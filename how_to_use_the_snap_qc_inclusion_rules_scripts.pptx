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56" r:id="rId2"/>
    <p:sldId id="257" r:id="rId3"/>
    <p:sldId id="258" r:id="rId4"/>
    <p:sldId id="265" r:id="rId5"/>
    <p:sldId id="277" r:id="rId6"/>
    <p:sldId id="264" r:id="rId7"/>
    <p:sldId id="259" r:id="rId8"/>
    <p:sldId id="260" r:id="rId9"/>
    <p:sldId id="261" r:id="rId10"/>
    <p:sldId id="262" r:id="rId11"/>
    <p:sldId id="263" r:id="rId12"/>
    <p:sldId id="266" r:id="rId13"/>
    <p:sldId id="267" r:id="rId14"/>
    <p:sldId id="268" r:id="rId15"/>
    <p:sldId id="269" r:id="rId16"/>
    <p:sldId id="270" r:id="rId17"/>
    <p:sldId id="271" r:id="rId18"/>
    <p:sldId id="278" r:id="rId19"/>
    <p:sldId id="272" r:id="rId20"/>
    <p:sldId id="273" r:id="rId21"/>
    <p:sldId id="274" r:id="rId22"/>
    <p:sldId id="275" r:id="rId23"/>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(under both its adjusted cutoffs and the original national ones),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(about 1 in 5 flagged cases having an error), we catch 12.8% of all errors instead of 8.2%.</a:t>
            </a:r>
          </a:p>
          <a:p>
            <a:pPr>
              <a:spcAft>
                <a:spcPts val="600"/>
              </a:spcAft>
            </a:pPr>
            <a:r>
              <a:rPr sz="1400" dirty="0"/>
              <a:t>- Caution for single states: with only a few hundred errors to learn from, the adjustment alone is not enough;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for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for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and those reviews succeed too. Counting only the intended error type, these rules score 8%; counting every error they actually catch, 19%. Report the second number: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