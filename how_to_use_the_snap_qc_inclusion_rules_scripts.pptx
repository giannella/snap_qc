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7" r:id="rId3"/>
    <p:sldId id="258" r:id="rId4"/>
    <p:sldId id="265" r:id="rId5"/>
    <p:sldId id="277" r:id="rId6"/>
    <p:sldId id="264" r:id="rId7"/>
    <p:sldId id="259" r:id="rId8"/>
    <p:sldId id="260" r:id="rId9"/>
    <p:sldId id="261" r:id="rId10"/>
    <p:sldId id="262" r:id="rId11"/>
    <p:sldId id="263" r:id="rId12"/>
    <p:sldId id="266" r:id="rId13"/>
    <p:sldId id="267" r:id="rId14"/>
    <p:sldId id="268" r:id="rId15"/>
    <p:sldId id="269" r:id="rId16"/>
    <p:sldId id="270" r:id="rId17"/>
    <p:sldId id="271" r:id="rId18"/>
    <p:sldId id="272" r:id="rId19"/>
    <p:sldId id="273" r:id="rId20"/>
    <p:sldId id="274" r:id="rId21"/>
    <p:sldId id="275" r:id="rId2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67"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a:p>
            <a:pPr marL="0" marR="0" lvl="0" indent="0" algn="l" rtl="0">
              <a:spcBef>
                <a:spcPts val="0"/>
              </a:spcBef>
              <a:spcAft>
                <a:spcPts val="0"/>
              </a:spcAft>
              <a:buClr>
                <a:srgbClr val="000000"/>
              </a:buClr>
              <a:buSzPts val="4000"/>
              <a:buFont typeface="Cambria"/>
              <a:buNone/>
            </a:pPr>
            <a:r>
              <a:rPr lang="en-US" sz="2400" b="1" i="0" u="none" strike="noStrike" cap="none" dirty="0">
                <a:solidFill>
                  <a:srgbClr val="000000"/>
                </a:solidFill>
                <a:latin typeface="Cambria"/>
                <a:ea typeface="Cambria"/>
                <a:cs typeface="Cambria"/>
                <a:sym typeface="Cambria"/>
              </a:rPr>
              <a:t>(provisional – needs update due to excluded data)</a:t>
            </a:r>
            <a:endParaRPr sz="4000" b="0" i="0" u="none" strike="noStrike" cap="none" dirty="0">
              <a:solidFill>
                <a:schemeClr val="dk1"/>
              </a:solidFill>
              <a:latin typeface="Calibri"/>
              <a:ea typeface="Calibri"/>
              <a:cs typeface="Calibri"/>
              <a:sym typeface="Calibri"/>
            </a:endParaRP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earned_income_lcb_sweep.png"/>
          <p:cNvPicPr>
            <a:picLocks noChangeAspect="1"/>
          </p:cNvPicPr>
          <p:nvPr/>
        </p:nvPicPr>
        <p:blipFill>
          <a:blip r:embed="rId3"/>
          <a:stretch>
            <a:fillRect/>
          </a:stretch>
        </p:blipFill>
        <p:spPr>
          <a:xfrm>
            <a:off x="1881200" y="1636350"/>
            <a:ext cx="5381600" cy="2690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the biggest error category was going unmodeled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Errors in deductions, shelter costs, and household composition ('other') are the LARGEST error category - 2,007 of 4,460 errors in 2023 - and the old pipeline never modeled them. They turn out to be learnable: this category now contributes the largest block of high-confidence rules (1,700 rules, about 1 in 5 flagged cases having an error on new data).</a:t>
            </a:r>
          </a:p>
        </p:txBody>
      </p:sp>
      <p:pic>
        <p:nvPicPr>
          <p:cNvPr id="5" name="Picture 4" descr="other_error_lcb_sweep.png"/>
          <p:cNvPicPr>
            <a:picLocks noChangeAspect="1"/>
          </p:cNvPicPr>
          <p:nvPr/>
        </p:nvPicPr>
        <p:blipFill>
          <a:blip r:embed="rId3"/>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124</TotalTime>
  <Words>2219</Words>
  <Application>Microsoft Office PowerPoint</Application>
  <PresentationFormat>On-screen Show (16:9)</PresentationFormat>
  <Paragraphs>179</Paragraphs>
  <Slides>21</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16</cp:revision>
  <dcterms:created xsi:type="dcterms:W3CDTF">2026-06-09T21:09:16Z</dcterms:created>
  <dcterms:modified xsi:type="dcterms:W3CDTF">2026-07-07T18:03:31Z</dcterms:modified>
</cp:coreProperties>
</file>