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56" r:id="rId2"/>
    <p:sldId id="257" r:id="rId3"/>
    <p:sldId id="258" r:id="rId4"/>
    <p:sldId id="265" r:id="rId5"/>
    <p:sldId id="277" r:id="rId6"/>
    <p:sldId id="264" r:id="rId7"/>
    <p:sldId id="259" r:id="rId8"/>
    <p:sldId id="260" r:id="rId9"/>
    <p:sldId id="261" r:id="rId10"/>
    <p:sldId id="262" r:id="rId11"/>
    <p:sldId id="263" r:id="rId12"/>
    <p:sldId id="266" r:id="rId13"/>
    <p:sldId id="267" r:id="rId14"/>
    <p:sldId id="268" r:id="rId15"/>
    <p:sldId id="269" r:id="rId16"/>
    <p:sldId id="270" r:id="rId17"/>
    <p:sldId id="271" r:id="rId18"/>
    <p:sldId id="278" r:id="rId19"/>
    <p:sldId id="272" r:id="rId20"/>
    <p:sldId id="273" r:id="rId21"/>
    <p:sldId id="274" r:id="rId22"/>
    <p:sldId id="275" r:id="rId23"/>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7" d="100"/>
          <a:sy n="197" d="100"/>
        </p:scale>
        <p:origin x="76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621271" cy="430887"/>
          </a:xfrm>
          <a:prstGeom prst="rect">
            <a:avLst/>
          </a:prstGeom>
          <a:noFill/>
        </p:spPr>
        <p:txBody>
          <a:bodyPr wrap="none">
            <a:spAutoFit/>
          </a:bodyPr>
          <a:lstStyle/>
          <a:p>
            <a:r>
              <a:rPr sz="2200" b="1" dirty="0"/>
              <a:t>Appendix: why </a:t>
            </a:r>
            <a:r>
              <a:rPr lang="en-US" sz="2200" b="1" dirty="0"/>
              <a:t>we use the 99% lower </a:t>
            </a:r>
            <a:r>
              <a:rPr sz="2200" b="1" dirty="0"/>
              <a:t>bound, not </a:t>
            </a:r>
            <a:r>
              <a:rPr lang="en-US" sz="2200" b="1" dirty="0"/>
              <a:t>raw </a:t>
            </a:r>
            <a:r>
              <a:rPr sz="2200" b="1" dirty="0"/>
              <a:t>precision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5" name="Picture 4" descr="floor_definitions_educational.png"/>
          <p:cNvPicPr>
            <a:picLocks noChangeAspect="1"/>
          </p:cNvPicPr>
          <p:nvPr/>
        </p:nvPicPr>
        <p:blipFill>
          <a:blip r:embed="rId2"/>
          <a:stretch>
            <a:fillRect/>
          </a:stretch>
        </p:blipFill>
        <p:spPr>
          <a:xfrm>
            <a:off x="1366684" y="628229"/>
            <a:ext cx="5785185" cy="422636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image.png"/>
          <p:cNvPicPr>
            <a:picLocks noChangeAspect="1"/>
          </p:cNvPicPr>
          <p:nvPr/>
        </p:nvPicPr>
        <p:blipFill>
          <a:blip r:embed="rId2"/>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6314549" cy="430887"/>
          </a:xfrm>
          <a:prstGeom prst="rect">
            <a:avLst/>
          </a:prstGeom>
          <a:noFill/>
        </p:spPr>
        <p:txBody>
          <a:bodyPr wrap="none">
            <a:spAutoFit/>
          </a:bodyPr>
          <a:lstStyle/>
          <a:p>
            <a:r>
              <a:rPr sz="2200" b="1" dirty="0"/>
              <a:t>Appendix:</a:t>
            </a:r>
            <a:r>
              <a:rPr lang="en-US" sz="2200" b="1" dirty="0"/>
              <a:t> added “other” (mostly deductions)</a:t>
            </a:r>
            <a:endParaRPr sz="2200" b="1" dirty="0"/>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646331"/>
          </a:xfrm>
          <a:prstGeom prst="rect">
            <a:avLst/>
          </a:prstGeom>
          <a:noFill/>
        </p:spPr>
        <p:txBody>
          <a:bodyPr wrap="square">
            <a:spAutoFit/>
          </a:bodyPr>
          <a:lstStyle/>
          <a:p>
            <a:pPr>
              <a:spcAft>
                <a:spcPts val="400"/>
              </a:spcAft>
            </a:pPr>
            <a:r>
              <a:rPr sz="1200" dirty="0"/>
              <a:t>- Errors in deductions, shelter costs, and household composition ('other') are the LARGEST error category - 2,007 of 4,460 errors in 2023. They turn out to be </a:t>
            </a:r>
            <a:r>
              <a:rPr lang="en-US" sz="1200" dirty="0"/>
              <a:t>somewhat </a:t>
            </a:r>
            <a:r>
              <a:rPr sz="1200" dirty="0"/>
              <a:t>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2"/>
          <a:stretch>
            <a:fillRect/>
          </a:stretch>
        </p:blipFill>
        <p:spPr>
          <a:xfrm>
            <a:off x="1602623" y="1532409"/>
            <a:ext cx="5702181" cy="285109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2240</Words>
  <Application>Microsoft Office PowerPoint</Application>
  <PresentationFormat>On-screen Show (16:9)</PresentationFormat>
  <Paragraphs>180</Paragraphs>
  <Slides>22</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21</cp:revision>
  <dcterms:created xsi:type="dcterms:W3CDTF">2026-06-09T21:09:16Z</dcterms:created>
  <dcterms:modified xsi:type="dcterms:W3CDTF">2026-07-07T23:41:47Z</dcterms:modified>
</cp:coreProperties>
</file>