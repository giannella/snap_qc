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3" r:id="rId25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75" r:id="rId27"/>
    <p:sldId id="263" r:id="rId15"/>
    <p:sldId id="264" r:id="rId16"/>
    <p:sldId id="276" r:id="rId28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7" r:id="rId29"/>
    <p:sldId id="272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28" Type="http://schemas.openxmlformats.org/officeDocument/2006/relationships/slide" Target="slides/slide1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anyone arrives: open RStudio with the repo, load reg_model_data.rds, and have the outputs folders from a finished run ready as backup for every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Kick off Demo 3's run NOW, before Part 1: small config = any_error frame only, xgboost 100 rounds, ranger 100 trees, train 2022+2024, holdout 2023. ~15-25 min. Fallback for Demo 3 is the committed full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(no compute, ~10 min): 1) open inclusion_rules_by_hh_size_v2/final_rules_highprecision_all_frames.csv in Excel, sort by precision_train_lcb; 2) pick a 3-condition rule with n_flagged_train &gt; 40; 3) in R: idx &lt;- with(reg_model_data, &lt;paste rule&gt;); table(reg_model_data$error_status[idx]) - narrate the counts; 4) open any_error_lcb_sweep.png and walk the floors. FALLBACK: none needed - files are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 (~5 min incl. run): edit STATES &lt;- c('&lt;volunteered state&gt;') in state_threshold_gridsearch_v2.R, save, run the runner script. ~2 min for one state. Narrate the 'rules qualified' line, then the three TEST union lines. FALLBACK: state_rules_v2/ has finished results for WA, CT, NC, LA, MI, VA, AZ - open the volunteered state's CSV if the live run misbehaves, or Connecticut's if they name a state not in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RUNBOOK: opening run config = any_error frame only, xgboost nrounds=100, ranger num_trees=100, train 2022+2024, holdout 2023. Expect ~15-25 min and a few hundred shortlist rules. If unfinished: show the live log (tail the .log) and walk the committed full outputs instead. If it errored: same fallback - and the error is a teachable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Workshop: finding and tuning SNAP review-targeting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300000"/>
            <a:ext cx="8344000" cy="35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/>
              <a:t>- Hands-on session for the two main scripts:</a:t>
            </a:r>
          </a:p>
          <a:p>
            <a:pPr>
              <a:spcAft>
                <a:spcPts val="600"/>
              </a:spcAft>
            </a:pPr>
            <a:r>
              <a:rPr sz="1400"/>
              <a:t>    - INCL_find_inclusion_rules_by_hh_size_v2.R - build a rule list from labeled data</a:t>
            </a:r>
          </a:p>
          <a:p>
            <a:pPr>
              <a:spcAft>
                <a:spcPts val="600"/>
              </a:spcAft>
            </a:pPr>
            <a:r>
              <a:rPr sz="1400"/>
              <a:t>    - state_threshold_gridsearch_v2.R - adjust the rules to your state and test them honestly</a:t>
            </a:r>
          </a:p>
          <a:p>
            <a:pPr>
              <a:spcAft>
                <a:spcPts val="600"/>
              </a:spcAft>
            </a:pPr>
            <a:r>
              <a:rPr sz="1600"/>
              <a:t>- github.com/giannella/snap_qc - everything today is in the public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What's on offer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Rules mined from NATIONAL public QC data - far more error cases to learn from than any single state has, so the patterns are better established</a:t>
            </a:r>
          </a:p>
          <a:p>
            <a:pPr>
              <a:spcAft>
                <a:spcPts val="600"/>
              </a:spcAft>
            </a:pPr>
            <a:r>
              <a:rPr sz="1500"/>
              <a:t>- A pipeline that has been tested and optimized end to end: finding candidate rules, validating that they hold up on data they've never seen, and tailoring them to an individual state</a:t>
            </a:r>
          </a:p>
          <a:p>
            <a:pPr>
              <a:spcAft>
                <a:spcPts val="600"/>
              </a:spcAft>
            </a:pPr>
            <a:r>
              <a:rPr sz="1500"/>
              <a:t>- Completely open source and free (Apache 2.0) - the code, the mined rules, the validation results, and these slides</a:t>
            </a:r>
          </a:p>
          <a:p>
            <a:pPr>
              <a:spcAft>
                <a:spcPts val="600"/>
              </a:spcAft>
            </a:pPr>
            <a:r>
              <a:rPr sz="1500"/>
              <a:t>- Already in use: Michigan, North Carolina, and Arizona have worked with rules from this pipeline</a:t>
            </a:r>
          </a:p>
          <a:p>
            <a:pPr>
              <a:spcAft>
                <a:spcPts val="600"/>
              </a:spcAft>
            </a:pPr>
            <a:r>
              <a:rPr sz="1500"/>
              <a:t>- What you leave with today: the ability to run both scripts yourself and a national rule list you can start evaluating immediately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this has achieved on held-back state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Numbers below are from a year of data the tuning never saw - not the training data:</a:t>
            </a:r>
          </a:p>
          <a:p>
            <a:pPr>
              <a:spcAft>
                <a:spcPts val="600"/>
              </a:spcAft>
            </a:pPr>
            <a:r>
              <a:rPr sz="1300"/>
              <a:t>    - Connecticut: about 1 in 5 flagged cases had an error; the rules caught 34% of the state's errors and 40% of its error dollars</a:t>
            </a:r>
          </a:p>
          <a:p>
            <a:pPr>
              <a:spcAft>
                <a:spcPts val="600"/>
              </a:spcAft>
            </a:pPr>
            <a:r>
              <a:rPr sz="1300"/>
              <a:t>    - Arizona: about 1 in 4 flagged cases had an error; 20% of errors and 24% of error dollars caught</a:t>
            </a:r>
          </a:p>
          <a:p>
            <a:pPr>
              <a:spcAft>
                <a:spcPts val="600"/>
              </a:spcAft>
            </a:pPr>
            <a:r>
              <a:rPr sz="1300"/>
              <a:t>    - North Carolina: about 1 in 6 flagged; 23% of errors, 20% of error dollars</a:t>
            </a:r>
          </a:p>
          <a:p>
            <a:pPr>
              <a:spcAft>
                <a:spcPts val="600"/>
              </a:spcAft>
            </a:pPr>
            <a:r>
              <a:rPr sz="1500"/>
              <a:t>- Smaller samples still get value without tuning: in Washington, the national rules used unchanged flagged a small set of cases of which more than a third had errors</a:t>
            </a:r>
          </a:p>
          <a:p>
            <a:pPr>
              <a:spcAft>
                <a:spcPts val="600"/>
              </a:spcAft>
            </a:pPr>
            <a:r>
              <a:rPr sz="1500"/>
              <a:t>- For scale: reviewing cases at random, roughly 1 in 10 would have an 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Plan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First 2 minutes: we START a small rule-mining run and let it cook (Demo 3 reads its results at the end)</a:t>
            </a:r>
          </a:p>
          <a:p>
            <a:pPr>
              <a:spcAft>
                <a:spcPts val="600"/>
              </a:spcAft>
            </a:pPr>
            <a:r>
              <a:rPr sz="1500"/>
              <a:t>- Part 1 - what the finder script does, and how to read what it produces (Demo 1: explore real outputs)</a:t>
            </a:r>
          </a:p>
          <a:p>
            <a:pPr>
              <a:spcAft>
                <a:spcPts val="600"/>
              </a:spcAft>
            </a:pPr>
            <a:r>
              <a:rPr sz="1500"/>
              <a:t>- Part 2 - tuning rules to one state and testing them honestly (Demo 2: live run for a state you pick)</a:t>
            </a:r>
          </a:p>
          <a:p>
            <a:pPr>
              <a:spcAft>
                <a:spcPts val="600"/>
              </a:spcAft>
            </a:pPr>
            <a:r>
              <a:rPr sz="1500"/>
              <a:t>- Part 3 - the fresh results from our opening run + how to adapt everything to your own internal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 need to follow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 (any recent version) with five packages: dplyr, ggplot2, ranger, xgboost, rpart</a:t>
            </a:r>
          </a:p>
          <a:p>
            <a:pPr>
              <a:spcAft>
                <a:spcPts val="600"/>
              </a:spcAft>
            </a:pPr>
            <a:r>
              <a:rPr sz="1500"/>
              <a:t>- The repo: github.com/giannella/snap_qc (clone or download)</a:t>
            </a:r>
          </a:p>
          <a:p>
            <a:pPr>
              <a:spcAft>
                <a:spcPts val="600"/>
              </a:spcAft>
            </a:pPr>
            <a:r>
              <a:rPr sz="1500"/>
              <a:t>- Data: one row per case, a column saying whether the case was a true error, and whatever predictor variables you want rules to use</a:t>
            </a:r>
          </a:p>
          <a:p>
            <a:pPr>
              <a:spcAft>
                <a:spcPts val="600"/>
              </a:spcAft>
            </a:pPr>
            <a:r>
              <a:rPr sz="1300"/>
              <a:t>    - to practice: the public national QC data (script 1 in the repo builds the modeling table for you)</a:t>
            </a:r>
          </a:p>
          <a:p>
            <a:pPr>
              <a:spcAft>
                <a:spcPts val="600"/>
              </a:spcAft>
            </a:pPr>
            <a:r>
              <a:rPr sz="1300"/>
              <a:t>    - for real use: your internal review data works the same way - swap the variable list at the top of the script</a:t>
            </a:r>
          </a:p>
          <a:p>
            <a:pPr>
              <a:spcAft>
                <a:spcPts val="600"/>
              </a:spcAft>
            </a:pPr>
            <a:r>
              <a:rPr sz="1500"/>
              <a:t>- No special hardware - a normal laptop is fine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big picture: two scripts, three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Script 1 FINDS rules: machine learning proposes ~100,000 candidate if-then rules; we keep only those we're statistically confident about. You decide: which error types and which precision floor.</a:t>
            </a:r>
          </a:p>
          <a:p>
            <a:pPr>
              <a:spcAft>
                <a:spcPts val="600"/>
              </a:spcAft>
            </a:pPr>
            <a:r>
              <a:rPr sz="1500"/>
              <a:t>- Script 2 TUNES rules to your state: tries a range of cutoffs for each rule on your data, keeps what still meets the bar, and tests everything on a year it never touched. You decide: tune locally or use national rules as-is.</a:t>
            </a:r>
          </a:p>
          <a:p>
            <a:pPr>
              <a:spcAft>
                <a:spcPts val="600"/>
              </a:spcAft>
            </a:pPr>
            <a:r>
              <a:rPr sz="1500"/>
              <a:t>- Then the third decision: HOW MANY rules to deploy - pick the precision floor whose flagged-case volume matches your review capacity.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finder script: everything you change is at the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TRAIN_YEARS   &lt;- c("2022", "2024")   # years to learn from</a:t>
            </a:r>
          </a:p>
          <a:p>
            <a:r>
              <a:rPr sz="1200">
                <a:latin typeface="Consolas"/>
              </a:rPr>
              <a:t>HOLDOUT_YEARS &lt;- c("2023")           # a year kept aside for honest testing</a:t>
            </a:r>
          </a:p>
          <a:p>
            <a:r>
              <a:rPr sz="1200">
                <a:latin typeface="Consolas"/>
              </a:rPr>
              <a:t>features &lt;- c("HH_size_n", "elderly_disabled_i", "rawben_rel_max", ...)</a:t>
            </a:r>
          </a:p>
          <a:p>
            <a:r>
              <a:rPr sz="1200">
                <a:latin typeface="Consolas"/>
              </a:rPr>
              <a:t>TARGET_IS_ERROR &lt;- quote(!is.na(over_threshold) &amp; over_threshold != 0)</a:t>
            </a:r>
          </a:p>
          <a:p>
            <a:r>
              <a:rPr sz="1200">
                <a:latin typeface="Consolas"/>
              </a:rPr>
              <a:t>MIN_PRECISION &lt;- 0.20   # the precision floor for the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50000"/>
            <a:ext cx="8344000" cy="21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features: any numeric or yes/no columns in your data - this is the main thing you customize</a:t>
            </a:r>
          </a:p>
          <a:p>
            <a:pPr>
              <a:spcAft>
                <a:spcPts val="600"/>
              </a:spcAft>
            </a:pPr>
            <a:r>
              <a:rPr sz="1400"/>
              <a:t>- TARGET_IS_ERROR: how your data says 'this case was an error'</a:t>
            </a:r>
          </a:p>
          <a:p>
            <a:pPr>
              <a:spcAft>
                <a:spcPts val="600"/>
              </a:spcAft>
            </a:pPr>
            <a:r>
              <a:rPr sz="1400"/>
              <a:t>- Everything else has sensible defaults from our testing - you can run it unchanged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you'll see while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950000"/>
            <a:ext cx="794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latin typeface="Consolas"/>
              </a:rPr>
              <a:t>============ FRAME: earned_income ============</a:t>
            </a:r>
          </a:p>
          <a:p>
            <a:r>
              <a:rPr sz="1100">
                <a:latin typeface="Consolas"/>
              </a:rPr>
              <a:t>-- HH 1: 40437 train rows, 520 errors (1.29%)</a:t>
            </a:r>
          </a:p>
          <a:p>
            <a:r>
              <a:rPr sz="1100">
                <a:latin typeface="Consolas"/>
              </a:rPr>
              <a:t>   xgboost rules: 21035 | ranger rules: 21191</a:t>
            </a:r>
          </a:p>
          <a:p>
            <a:r>
              <a:rPr sz="1100">
                <a:latin typeface="Consolas"/>
              </a:rPr>
              <a:t>screen: 43179 of 128627 rules kept (support &gt;= 10, ...)</a:t>
            </a:r>
          </a:p>
          <a:p>
            <a:r>
              <a:rPr sz="1100">
                <a:latin typeface="Consolas"/>
              </a:rPr>
              <a:t>dedup: -1342 exact-coverage, -12435 dominated -&gt; 29402 rules</a:t>
            </a:r>
          </a:p>
          <a:p>
            <a:r>
              <a:rPr sz="1100">
                <a:latin typeface="Consolas"/>
              </a:rPr>
              <a:t>shortlist (train LCB &gt;= 0.20): 15 rules | median holdout precision 0.182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00000"/>
            <a:ext cx="8344000" cy="20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repeats this for each error type and household size - a full national run takes a couple of hours; small practice runs take minutes</a:t>
            </a:r>
          </a:p>
          <a:p>
            <a:pPr>
              <a:spcAft>
                <a:spcPts val="600"/>
              </a:spcAft>
            </a:pPr>
            <a:r>
              <a:rPr sz="1400"/>
              <a:t>- Three numbers to watch: rules proposed, rules surviving the confidence filter, and how survivors scored on the held-back year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What it produces (all plain CSVs)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..._rules_all.csv - every surviving rule with its scores: on the build data, on the held-back year, and counting any error type it catches</a:t>
            </a:r>
          </a:p>
          <a:p>
            <a:pPr>
              <a:spcAft>
                <a:spcPts val="600"/>
              </a:spcAft>
            </a:pPr>
            <a:r>
              <a:rPr sz="1400"/>
              <a:t>- ..._rules_highprecision.csv - the shortlist: rules we're confident about, near-duplicates removed. This is the file states actually review.</a:t>
            </a:r>
          </a:p>
          <a:p>
            <a:pPr>
              <a:spcAft>
                <a:spcPts val="600"/>
              </a:spcAft>
            </a:pPr>
            <a:r>
              <a:rPr sz="1400"/>
              <a:t>- ..._lcb_sweep.csv + .png - the menu: for each precision floor, how many cases all kept rules flag together and what share of errors/dollars they catch</a:t>
            </a:r>
          </a:p>
          <a:p>
            <a:pPr>
              <a:spcAft>
                <a:spcPts val="600"/>
              </a:spcAft>
            </a:pPr>
            <a:r>
              <a:rPr sz="1400"/>
              <a:t>- final_rules_highprecision_all_frames.csv - shortlists from all error types combined (one row per rule; a 'frame' column says where it came from)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menu, visually: accuracy vs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Each point = one precision floor (gray labels). Move left for fewer, sharper flags; right for more coverage. The dashed line counts only the intended error type - the solid line counts every error found (what reviewers experience).</a:t>
            </a:r>
          </a:p>
        </p:txBody>
      </p:sp>
      <p:pic>
        <p:nvPicPr>
          <p:cNvPr id="4" name="Picture 3" descr="any_error_lcb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200" y="1560000"/>
            <a:ext cx="5285600" cy="330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1: reading the outputs like a reviewer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Open the shortlist CSV and sort by confident precision - what do the top rules have in common?</a:t>
            </a:r>
          </a:p>
          <a:p>
            <a:pPr>
              <a:spcAft>
                <a:spcPts val="600"/>
              </a:spcAft>
            </a:pPr>
            <a:r>
              <a:rPr sz="1500"/>
              <a:t>- Take one rule and say it in plain English (e.g. 'elderly/disabled household, benefit near the maximum, deductions under $X')</a:t>
            </a:r>
          </a:p>
          <a:p>
            <a:pPr>
              <a:spcAft>
                <a:spcPts val="600"/>
              </a:spcAft>
            </a:pPr>
            <a:r>
              <a:rPr sz="1500"/>
              <a:t>- Check it against the data live: run the rule's condition in R and look at the flagged cases - count how many were real errors</a:t>
            </a:r>
          </a:p>
          <a:p>
            <a:pPr>
              <a:spcAft>
                <a:spcPts val="600"/>
              </a:spcAft>
            </a:pPr>
            <a:r>
              <a:rPr sz="1500"/>
              <a:t>- Open the sweep chart and pick an precision floor together: 'if we can review 500 cases a year, which row are we choosing?'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Choosing rules: you are allowed to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The shortlist is a MENU, not a mandate - your program experts should drop rules that don't make operational sense</a:t>
            </a:r>
          </a:p>
          <a:p>
            <a:pPr>
              <a:spcAft>
                <a:spcPts val="600"/>
              </a:spcAft>
            </a:pPr>
            <a:r>
              <a:rPr sz="1500"/>
              <a:t>- The list intentionally keeps overlapping rules: if you drop one, another often catches the same cases a different way</a:t>
            </a:r>
          </a:p>
          <a:p>
            <a:pPr>
              <a:spcAft>
                <a:spcPts val="600"/>
              </a:spcAft>
            </a:pPr>
            <a:r>
              <a:rPr sz="1500"/>
              <a:t>- Dropping a rule never breaks the others - each rule stands on its own</a:t>
            </a:r>
          </a:p>
          <a:p>
            <a:pPr>
              <a:spcAft>
                <a:spcPts val="600"/>
              </a:spcAft>
            </a:pPr>
            <a:r>
              <a:rPr sz="1500"/>
              <a:t>- Rule of thumb from our testing: expect roughly the 'confident precision' number in practice - it was set with statistical caution so it holds up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Why saying no to a rule is safe: the menu is deep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Two ways of building the rule list perform identically on new data - but the approach we use keeps several times more rules above any precision floor. That surplus is your freedom to veto.</a:t>
            </a:r>
          </a:p>
        </p:txBody>
      </p:sp>
      <p:pic>
        <p:nvPicPr>
          <p:cNvPr id="4" name="Picture 3" descr="mine_big_filter_stringent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02" y="1560000"/>
            <a:ext cx="5309196" cy="330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tuner script: point it at your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7944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latin typeface="Consolas"/>
              </a:rPr>
              <a:t>STATES      &lt;- c("Connecticut")      # your state</a:t>
            </a:r>
          </a:p>
          <a:p>
            <a:r>
              <a:rPr sz="1200">
                <a:latin typeface="Consolas"/>
              </a:rPr>
              <a:t>TRAIN_YEARS &lt;- c("2022", "2024")     # years used for tuning</a:t>
            </a:r>
          </a:p>
          <a:p>
            <a:r>
              <a:rPr sz="1200">
                <a:latin typeface="Consolas"/>
              </a:rPr>
              <a:t>TEST_YEARS  &lt;- c("2023")             # a year the tuning never sees</a:t>
            </a:r>
          </a:p>
          <a:p>
            <a:r>
              <a:rPr sz="1200">
                <a:latin typeface="Consolas"/>
              </a:rPr>
              <a:t>QUALIFY_MODE &lt;- "lcb"   # evidence-adjusted bar (or "support_floor")</a:t>
            </a:r>
          </a:p>
          <a:p>
            <a:r>
              <a:rPr sz="1200">
                <a:latin typeface="Consolas"/>
              </a:rPr>
              <a:t>MIN_STATE_PRECISION &lt;- 0.20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700000"/>
            <a:ext cx="8344000" cy="21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/>
              <a:t>- It tries a range of cutoff values around each national rule's numbers (e.g. income thresholds +/-25%) and keeps what qualifies on YOUR data</a:t>
            </a:r>
          </a:p>
          <a:p>
            <a:pPr>
              <a:spcAft>
                <a:spcPts val="600"/>
              </a:spcAft>
            </a:pPr>
            <a:r>
              <a:rPr sz="1400"/>
              <a:t>- Among qualifying versions it picks the one that captures the most error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part that keeps everyone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Every tuned rule is scored on the test year - which the tuning never touched - under BOTH its tuned cutoffs and the original national ones</a:t>
            </a:r>
          </a:p>
          <a:p>
            <a:pPr>
              <a:spcAft>
                <a:spcPts val="600"/>
              </a:spcAft>
            </a:pPr>
            <a:r>
              <a:rPr sz="1500"/>
              <a:t>- The script also reports what you'd get by skipping tuning entirely and using the national rules unchanged - the fallback every state has</a:t>
            </a:r>
          </a:p>
          <a:p>
            <a:pPr>
              <a:spcAft>
                <a:spcPts val="600"/>
              </a:spcAft>
            </a:pPr>
            <a:r>
              <a:rPr sz="1500"/>
              <a:t>- Compare the three and let the test year decide. In our seven-state testing: tuning won in states where ~30+ rules qualified, and LOST to unchanged national rules in states with less data</a:t>
            </a:r>
          </a:p>
          <a:p>
            <a:pPr>
              <a:spcAft>
                <a:spcPts val="600"/>
              </a:spcAft>
            </a:pPr>
            <a:r>
              <a:rPr sz="1500"/>
              <a:t>- Why: with only a few hundred errors, tuning mostly rewards cutoffs that got lucky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2: tune the rules to a state,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Someone name a state - we'll change one line and run the whole thing now (takes about two minutes)</a:t>
            </a:r>
          </a:p>
          <a:p>
            <a:pPr>
              <a:spcAft>
                <a:spcPts val="600"/>
              </a:spcAft>
            </a:pPr>
            <a:r>
              <a:rPr sz="1500"/>
              <a:t>- While it runs: it is trying cutoff variants for ~190 national rules against that state's cases</a:t>
            </a:r>
          </a:p>
          <a:p>
            <a:pPr>
              <a:spcAft>
                <a:spcPts val="600"/>
              </a:spcAft>
            </a:pPr>
            <a:r>
              <a:rPr sz="1500"/>
              <a:t>- Then we read the result together: how many rules qualified, and did tuning beat the national rules on the test year?</a:t>
            </a:r>
          </a:p>
          <a:p>
            <a:pPr>
              <a:spcAft>
                <a:spcPts val="600"/>
              </a:spcAft>
            </a:pPr>
            <a:r>
              <a:rPr sz="1500"/>
              <a:t>- If few rules qualified - that IS the answer: this state should use the national rules unchanged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Sizing the rule set to your review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Sort the final rules by confident precision, then take rules from the top until the projected flagged-case volume matches what your team can review</a:t>
            </a:r>
          </a:p>
          <a:p>
            <a:pPr>
              <a:spcAft>
                <a:spcPts val="600"/>
              </a:spcAft>
            </a:pPr>
            <a:r>
              <a:rPr sz="1500"/>
              <a:t>- The sweep table does this arithmetic for you at each precision floor</a:t>
            </a:r>
          </a:p>
          <a:p>
            <a:pPr>
              <a:spcAft>
                <a:spcPts val="600"/>
              </a:spcAft>
            </a:pPr>
            <a:r>
              <a:rPr sz="1500"/>
              <a:t>- Expect a trade: a small, sharp set (say 1 in 4 flags is an error, few cases) vs a broad set (1 in 6, many more errors caught overall)</a:t>
            </a:r>
          </a:p>
          <a:p>
            <a:pPr>
              <a:spcAft>
                <a:spcPts val="600"/>
              </a:spcAft>
            </a:pPr>
            <a:r>
              <a:rPr sz="1500"/>
              <a:t>- Whatever you choose, keep the unused rules - they're your replacements when experts veto something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D1495B"/>
          </a:solidFill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 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54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Demo 3: the run we started at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950000"/>
            <a:ext cx="8344000" cy="394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At the start of the session we launched a small version of the finder (one error category, reduced settings) - let's read what it found</a:t>
            </a:r>
          </a:p>
          <a:p>
            <a:pPr>
              <a:spcAft>
                <a:spcPts val="600"/>
              </a:spcAft>
            </a:pPr>
            <a:r>
              <a:rPr sz="1500"/>
              <a:t>- Same console story you saw on the slides: proposed rules, survivors, shortlist</a:t>
            </a:r>
          </a:p>
          <a:p>
            <a:pPr>
              <a:spcAft>
                <a:spcPts val="600"/>
              </a:spcAft>
            </a:pPr>
            <a:r>
              <a:rPr sz="1500"/>
              <a:t>- Open its shortlist CSV: brand-new rules, found in under half an hour on a laptop</a:t>
            </a:r>
          </a:p>
          <a:p>
            <a:pPr>
              <a:spcAft>
                <a:spcPts val="600"/>
              </a:spcAft>
            </a:pPr>
            <a:r>
              <a:rPr sz="1500"/>
              <a:t>- Full-strength national runs use bigger settings and take a couple of hours - same pipeline, just smaller 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Adapting this to your internal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Your table needs: one row per case; a true/false error column; predictors</a:t>
            </a:r>
          </a:p>
          <a:p>
            <a:pPr>
              <a:spcAft>
                <a:spcPts val="600"/>
              </a:spcAft>
            </a:pPr>
            <a:r>
              <a:rPr sz="1500"/>
              <a:t>- Predictors must be numbers or yes/no - recode categories first (the script tells you which columns it can't use)</a:t>
            </a:r>
          </a:p>
          <a:p>
            <a:pPr>
              <a:spcAft>
                <a:spcPts val="600"/>
              </a:spcAft>
            </a:pPr>
            <a:r>
              <a:rPr sz="1500"/>
              <a:t>- Change three things at the top of the finder: the data frame, the features list, and TARGET_IS_ERROR</a:t>
            </a:r>
          </a:p>
          <a:p>
            <a:pPr>
              <a:spcAft>
                <a:spcPts val="600"/>
              </a:spcAft>
            </a:pPr>
            <a:r>
              <a:rPr sz="1500"/>
              <a:t>- Internal data is usually richer than the public QC files - wage records, churn history, notice dates all make good predictors</a:t>
            </a:r>
          </a:p>
          <a:p>
            <a:pPr>
              <a:spcAft>
                <a:spcPts val="600"/>
              </a:spcAft>
            </a:pPr>
            <a:r>
              <a:rPr sz="1500"/>
              <a:t>- Keep one full year aside for testing. Never let the tuning see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The three mistakes we made so you don't have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Trusting raw accuracy: a rule list promising 20% delivered 10% on new data. Always use the evidence-adjusted score - the scripts do this by default.</a:t>
            </a:r>
          </a:p>
          <a:p>
            <a:pPr>
              <a:spcAft>
                <a:spcPts val="600"/>
              </a:spcAft>
            </a:pPr>
            <a:r>
              <a:rPr sz="1500"/>
              <a:t>- Counting only the intended error type: reviews that find a different error still succeed. The scripts report both numbers - quote the any-error one.</a:t>
            </a:r>
          </a:p>
          <a:p>
            <a:pPr>
              <a:spcAft>
                <a:spcPts val="600"/>
              </a:spcAft>
            </a:pPr>
            <a:r>
              <a:rPr sz="1500"/>
              <a:t>- Tuning with too little data: below roughly 30 qualifying rules (or ~30 flagged cases per rule), tuned cutoffs are mostly luck. Use national rules unchanged instead.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Mistake #1, visualized: rules that got lucky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80000"/>
            <a:ext cx="8344000" cy="401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- Same candidate rules, two ways of choosing keepers, scored on a year they never saw. Choosing by raw measured accuracy over-promises; the evidence-adjusted score keeps its promises. The scripts do the right thing by default.</a:t>
            </a:r>
          </a:p>
        </p:txBody>
      </p:sp>
      <p:pic>
        <p:nvPicPr>
          <p:cNvPr id="4" name="Picture 3" descr="winners_curse_raw_vs_l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50" y="1600000"/>
            <a:ext cx="3263500" cy="326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20000"/>
            <a:ext cx="8344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Where everything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000000"/>
            <a:ext cx="8344000" cy="389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- Repo: github.com/giannella/snap_qc - scripts, data pipeline, this deck</a:t>
            </a:r>
          </a:p>
          <a:p>
            <a:pPr>
              <a:spcAft>
                <a:spcPts val="600"/>
              </a:spcAft>
            </a:pPr>
            <a:r>
              <a:rPr sz="1500"/>
              <a:t>- README: quick-start for both use cases + a migration guide from the old RuleFit version</a:t>
            </a:r>
          </a:p>
          <a:p>
            <a:pPr>
              <a:spcAft>
                <a:spcPts val="600"/>
              </a:spcAft>
            </a:pPr>
            <a:r>
              <a:rPr sz="1500"/>
              <a:t>- modeling_findings.md: every claim in this workshop with the numbers and charts behind it</a:t>
            </a:r>
          </a:p>
          <a:p>
            <a:pPr>
              <a:spcAft>
                <a:spcPts val="600"/>
              </a:spcAft>
            </a:pPr>
            <a:r>
              <a:rPr sz="1500"/>
              <a:t>- Example outputs are committed, so you can explore everything from Demo 1 before running anything</a:t>
            </a:r>
          </a:p>
          <a:p>
            <a:pPr>
              <a:spcAft>
                <a:spcPts val="600"/>
              </a:spcAft>
            </a:pPr>
            <a:r>
              <a:rPr sz="1500"/>
              <a:t>- Questions / your state's results: please reach out - the pipeline improves when states report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