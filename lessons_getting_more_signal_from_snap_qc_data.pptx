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5"/>
  </p:notesMasterIdLst>
  <p:sldIdLst>
    <p:sldId id="279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2" r:id="rId23"/>
    <p:sldId id="300" r:id="rId24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iQRICf23Bzy3Bs41KrA83+2K6/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048AC8-0E75-455B-AB4F-AEF2A2D202BD}">
  <a:tblStyle styleId="{B5048AC8-0E75-455B-AB4F-AEF2A2D202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93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Getting more signal out of SNAP QC data: modeling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What we learned from building, tuning, and stress-testing an error-mining pipeline on the public QC files.</a:t>
            </a:r>
          </a:p>
          <a:p>
            <a:pPr>
              <a:spcAft>
                <a:spcPts val="400"/>
              </a:spcAft>
            </a:pPr>
            <a:r>
              <a:rPr sz="1200"/>
              <a:t>Every claim below is backed by a measurement from our own runs - configurations tried head-to-head on held-out years.</a:t>
            </a:r>
          </a:p>
          <a:p>
            <a:pPr>
              <a:spcAft>
                <a:spcPts val="400"/>
              </a:spcAft>
            </a:pPr>
            <a:r>
              <a:rPr sz="1200"/>
              <a:t>Code and full evidence: https://github.com/giannella/snap_qc (methods/modeling_findings.md)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What we 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Task: mine interpretable rules that flag high-error-risk cases; judge every configuration on a year of data it never saw (train 2022+2024, test 2023).</a:t>
            </a:r>
          </a:p>
          <a:p>
            <a:pPr>
              <a:spcAft>
                <a:spcPts val="400"/>
              </a:spcAft>
            </a:pPr>
            <a:r>
              <a:rPr sz="1200"/>
              <a:t>- Compared head-to-head: tree engines and their pairings, ensemble sizes, learning rates, subsampling, tree depth, split randomness, stratification schemes, selection statistics, filter stringencies, and state-level deployment strategies.</a:t>
            </a:r>
          </a:p>
          <a:p>
            <a:pPr>
              <a:spcAft>
                <a:spcPts val="400"/>
              </a:spcAft>
            </a:pPr>
            <a:r>
              <a:rPr sz="1200"/>
              <a:t>- The lessons below are the settings and practices that moved held-out performance - and the ones that didn't.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Two data-build choices changed results more than any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Cases whose review found a second error element did not fit our single-error reconstruction and were being dropped: 31% of all above-threshold error cases. Keeping them (with a flag) raised qualifying rules from 3,741 to 11,018 at the same filter - more error data tightens every statistical bound.</a:t>
            </a:r>
          </a:p>
          <a:p>
            <a:pPr>
              <a:spcAft>
                <a:spcPts val="400"/>
              </a:spcAft>
            </a:pPr>
            <a:r>
              <a:rPr sz="1200"/>
              <a:t>- The fix did not rewrite the rules' content: 93% of the previous rule set survived the rebuild - 63% as the same variables and directions with shifted cutpoints, 29% matched by a new rule flagging a highly overlapping case set (Jaccard &gt;= 0.5 on the test year), 1% exact; only 7% dropped with no counterpart.</a:t>
            </a:r>
          </a:p>
          <a:p>
            <a:pPr>
              <a:spcAft>
                <a:spcPts val="400"/>
              </a:spcAft>
            </a:pPr>
            <a:r>
              <a:rPr sz="1200"/>
              <a:t>- Nor did the restored cases add a new pattern type: brand-new rules' catches were 34% restored-case vs a 32% base - the gain was statistical power, not different signal.</a:t>
            </a:r>
          </a:p>
          <a:p>
            <a:pPr>
              <a:spcAft>
                <a:spcPts val="400"/>
              </a:spcAft>
            </a:pPr>
            <a:r>
              <a:rPr sz="1200"/>
              <a:t>- Rows with blank optional-deduction fields were also being dropped: ~16% of Washington's caseload. Zero-filling with an imputed-flag kept them.</a:t>
            </a:r>
          </a:p>
          <a:p>
            <a:pPr>
              <a:spcAft>
                <a:spcPts val="400"/>
              </a:spcAft>
            </a:pPr>
            <a:r>
              <a:rPr sz="1200"/>
              <a:t>- Both defects were invisible in model metrics and found only by reconciling row and error counts against the raw files, state by state. We now diff mined-rule sets across data builds (exact / shifted / overlapping / dropped / new) to audit any data change.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Check how much of the error population your data can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We reconciled the public files against the QC technical documentation's exclusion counts, per state and year (2022-24).</a:t>
            </a:r>
          </a:p>
          <a:p>
            <a:pPr>
              <a:spcAft>
                <a:spcPts val="400"/>
              </a:spcAft>
            </a:pPr>
            <a:r>
              <a:rPr sz="1200"/>
              <a:t>- The public files' share of each state's error cases ranges from 43% to 81% - the excluded cases are the ineligible determinations.</a:t>
            </a:r>
          </a:p>
          <a:p>
            <a:pPr>
              <a:spcAft>
                <a:spcPts val="400"/>
              </a:spcAft>
            </a:pPr>
            <a:r>
              <a:rPr sz="1200"/>
              <a:t>- This bounds what any public-data model can deliver per state; we quote it alongside every state result.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00200" y="2240280"/>
          <a:ext cx="5943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state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1"/>
                        <a:t>visible share of error cases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New Jersey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43%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Tennessee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51%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Arkansas / Missouri / Utah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~53%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Washington / Virginia / Louisiana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78-81%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national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71%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Selecting rules on raw training precision delivered half of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Our 'train precision &gt;= 0.20' shortlist delivered ~0.10 on the held-out year. Before any selection, train precision was nearly unbiased for holdout (median gap -0.003, r = 0.83); rules selected on the HOLDOUT &gt;= 0.20 showed median train precision 0.116.</a:t>
            </a:r>
          </a:p>
          <a:p>
            <a:pPr>
              <a:spcAft>
                <a:spcPts val="400"/>
              </a:spcAft>
            </a:pPr>
            <a:r>
              <a:rPr sz="1200"/>
              <a:t>- So the decay is selection noise (regression to the mean), not overfitting or year drift - the same rules held ~3.9x lift on 2018-19 vs ~3.5x on 2023.</a:t>
            </a:r>
          </a:p>
          <a:p>
            <a:pPr>
              <a:spcAft>
                <a:spcPts val="400"/>
              </a:spcAft>
            </a:pPr>
            <a:r>
              <a:rPr sz="1200"/>
              <a:t>- Any 'generate many candidates, keep the best-measured' step has this problem, whatever the model class.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496312"/>
            <a:ext cx="2121407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Filter on a lower confidence bound of training precision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Keep a rule only if the one-sided 99% Wilson lower bound of its training precision clears the floor. At matched delivered precision (~0.20), lower-bound selection caught 12.8% of errors vs 8.2% for raw-precision selection.</a:t>
            </a:r>
          </a:p>
          <a:p>
            <a:pPr>
              <a:spcAft>
                <a:spcPts val="400"/>
              </a:spcAft>
            </a:pPr>
            <a:r>
              <a:rPr sz="1200"/>
              <a:t>- Same rule pool, measured three ways: raw floors overpromise even after a lower-bound gate (floor 0.50 delivers 0.34); lower-bound floors deliver at or above their number (floor 0.30 delivers 0.38, floor 0.40 delivers 0.51).</a:t>
            </a:r>
          </a:p>
          <a:p>
            <a:pPr>
              <a:spcAft>
                <a:spcPts val="400"/>
              </a:spcAft>
            </a:pPr>
            <a:r>
              <a:rPr sz="1200"/>
              <a:t>- The lower bound is the only selection statistic we tested whose value survives contact with a new year.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690" y="2752344"/>
            <a:ext cx="2552619" cy="18653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Bigger ensembles widen the menu, not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- 1000-round/1000-tree ensembles traced the SAME precision-recall frontier as small ones - but produced several times more distinct rules clearing any given floor (~2.6-5x the filtered inventory).</a:t>
            </a:r>
          </a:p>
          <a:p>
            <a:pPr>
              <a:spcAft>
                <a:spcPts val="400"/>
              </a:spcAft>
            </a:pPr>
            <a:r>
              <a:rPr sz="1200"/>
              <a:t>- That inventory is what states use: reviewers veto rules they distrust and need substitutes.</a:t>
            </a:r>
          </a:p>
          <a:p>
            <a:pPr>
              <a:spcAft>
                <a:spcPts val="400"/>
              </a:spcAft>
            </a:pPr>
            <a:r>
              <a:rPr sz="1200"/>
              <a:t>- The stringent lower-bound filter is what keeps large pools safe: it removes the extra selection noise that more candidates would otherwise inject.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2240280"/>
            <a:ext cx="3803903" cy="23774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Tuning: what moved held-out performance and what didn't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Engine PAIRING mattered: xgboost + random forest (ranger) beat either engine alone and beat bagged-CART + ranger, everything else held equal.</a:t>
            </a:r>
          </a:p>
          <a:p>
            <a:pPr>
              <a:spcAft>
                <a:spcPts val="400"/>
              </a:spcAft>
            </a:pPr>
            <a:r>
              <a:rPr sz="1200"/>
              <a:t>- Within engines: mtry = 2 beat mtry = 1 across the frontier; slow learning (eta 0.02, 1000 rounds) beat fast; depth 4 sufficed; subsample barely matters (see the replication on the next slide).</a:t>
            </a:r>
          </a:p>
          <a:p>
            <a:pPr>
              <a:spcAft>
                <a:spcPts val="400"/>
              </a:spcAft>
            </a:pPr>
            <a:r>
              <a:rPr sz="1200"/>
              <a:t>- Most other knobs did not move the frontier - we verified by varying one setting at a time around the final configuration.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237" y="2496312"/>
            <a:ext cx="2727524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Re-test your selection choices on a year that never judged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Every configuration choice above was judged on the same held-out year (2023), so the selection PROCEDURE itself could be overfit to one year. We re-ran the decisive comparisons with the year roles swapped (train 2022+2023, test 2024), with expected outcomes and failure criteria written down BEFORE the run.</a:t>
            </a:r>
          </a:p>
          <a:p>
            <a:pPr>
              <a:spcAft>
                <a:spcPts val="400"/>
              </a:spcAft>
            </a:pPr>
            <a:r>
              <a:rPr sz="1200"/>
              <a:t>- Three of four claims replicated: the engine pairing still leads recall (margin thinner, 2.1pp vs 3pp+), stringency still buys precision monotonically, big ensembles still widen the menu ~7x at ~0.02 precision cost.</a:t>
            </a:r>
          </a:p>
          <a:p>
            <a:pPr>
              <a:spcAft>
                <a:spcPts val="400"/>
              </a:spcAft>
            </a:pPr>
            <a:r>
              <a:rPr sz="1200"/>
              <a:t>- One claim failed and is retired: 'low subsampling beats high' - on 2024 all nine settings from 0.15 to 0.80 land within 0.005 (right panel). The retraction is what makes the survivors credible: the procedure demonstrably can say no.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replication_selection_stud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3264408"/>
            <a:ext cx="338327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Score rules against all error types, not just the mined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Rules mined for one error type also flag cases carrying other types. Scored only against the mined type, our earned-income rules measured 8% precision on the held-out year; scored against any above-threshold error on the same flags, 19%.</a:t>
            </a:r>
          </a:p>
          <a:p>
            <a:pPr>
              <a:spcAft>
                <a:spcPts val="400"/>
              </a:spcAft>
            </a:pPr>
            <a:r>
              <a:rPr sz="1200"/>
              <a:t>- The gap was similar across frames (~2x). Reporting only the narrow metric understates what reviewers would actually find.</a:t>
            </a:r>
          </a:p>
          <a:p>
            <a:pPr>
              <a:spcAft>
                <a:spcPts val="400"/>
              </a:spcAft>
            </a:pPr>
            <a:r>
              <a:rPr sz="1200"/>
              <a:t>- We now compute both in every run (dashed vs solid below).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92" y="2496312"/>
            <a:ext cx="4242815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Split by coarse household-size strata (1 / 2-3 / 4+)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Household-size strata 1 / 2-3 / 4+ beat pooled modeling on recall reach and filtered inventory (~5x); a 5-way split was worse on the same test year.</a:t>
            </a:r>
          </a:p>
          <a:p>
            <a:pPr>
              <a:spcAft>
                <a:spcPts val="400"/>
              </a:spcAft>
            </a:pPr>
            <a:r>
              <a:rPr sz="1200"/>
              <a:t>- Adding an elderly/disabled STRATUM on top bought nothing: an indicator variable achieved the same held-out frontier and the same coverage of those households - we checked coverage parity explicitly.</a:t>
            </a:r>
          </a:p>
          <a:p>
            <a:pPr>
              <a:spcAft>
                <a:spcPts val="400"/>
              </a:spcAft>
            </a:pPr>
            <a:r>
              <a:rPr sz="1200"/>
              <a:t>- We test 'new stratum vs new variable' empirically before adding strata; strata cost data and the variable usually suffices.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302" y="2496312"/>
            <a:ext cx="3471394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At state scale, confidence bounds alone were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Mining directly on one state's data (~2,000-3,000 cases/year), rules passing the same 99% lower-bound filter with small support had median HOLDOUT precision of zero at support &gt;= 5.</a:t>
            </a:r>
          </a:p>
          <a:p>
            <a:pPr>
              <a:spcAft>
                <a:spcPts val="400"/>
              </a:spcAft>
            </a:pPr>
            <a:r>
              <a:rPr sz="1200"/>
              <a:t>- Requiring each rule to flag &gt;= 30 training cases changed the failure mode from collapse to gentle deflation (~1/3 below training estimates).</a:t>
            </a:r>
          </a:p>
          <a:p>
            <a:pPr>
              <a:spcAft>
                <a:spcPts val="400"/>
              </a:spcAft>
            </a:pPr>
            <a:r>
              <a:rPr sz="1200"/>
              <a:t>- National scale hides this: with 100k+ cases the bound rarely admits tiny-support rules in the first place.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For thin states, same-era neighbor data beat more own-state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Louisiana's own 2022-24 mining collapsed on holdout. Adding its 2017-19 data made it WORSE (median holdout precision fell to zero).</a:t>
            </a:r>
          </a:p>
          <a:p>
            <a:pPr>
              <a:spcAft>
                <a:spcPts val="400"/>
              </a:spcAft>
            </a:pPr>
            <a:r>
              <a:rPr sz="1200"/>
              <a:t>- Training on five similar states' 2022-24 data - never touching Louisiana - delivered 14% precision at 49% of error dollars on Louisiana 2022-24.</a:t>
            </a:r>
          </a:p>
          <a:p>
            <a:pPr>
              <a:spcAft>
                <a:spcPts val="400"/>
              </a:spcAft>
            </a:pPr>
            <a:r>
              <a:rPr sz="1200"/>
              <a:t>- Both comparisons used identical engines and filters; the only differences were WHERE and WHEN the training data came from.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Evaluate at review budgets, not just statistical floors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Confidence floors produce whatever workload they produce: on the rebuilt data, the 0.20 floor's rule union flags ~half the caseload (which is how 'catch 79% of error dollars' happens). States plan around review capacity, not floors.</a:t>
            </a:r>
          </a:p>
          <a:p>
            <a:pPr>
              <a:spcAft>
                <a:spcPts val="400"/>
              </a:spcAft>
            </a:pPr>
            <a:r>
              <a:rPr sz="1200"/>
              <a:t>- So we also report budget-filled performance: add rules in descending lower-bound order until 5% or 10% of the caseload is flagged. In the deployment test (trained on 2022-23 only, scored on each state's 2024), the national rules deliver median 0.30 precision catching 16% of error dollars at a 5% budget, and 0.27 catching 25% at 10% - against 8-17% base rates.</a:t>
            </a:r>
          </a:p>
          <a:p>
            <a:pPr>
              <a:spcAft>
                <a:spcPts val="400"/>
              </a:spcAft>
            </a:pPr>
            <a:r>
              <a:rPr sz="1200"/>
              <a:t>- The budget lens also corrects floor artifacts: Mississippi's transferred rules stopped firing entirely at a 0.30 floor, yet delivered among the best 5%-budget precision of any state - the rules were fine, the floor wasn't.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best_pool_pr_by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6068" y="3520440"/>
            <a:ext cx="1891862" cy="10972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The national rules, deployed a year ahead, state by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The deployment test: rules mined on all states' 2022-23 data, applied in national-confidence order until 10% of the state's caseload is flagged, scored on the state's 2024 cases - a year no rule ever saw.</a:t>
            </a:r>
          </a:p>
          <a:p>
            <a:pPr>
              <a:spcAft>
                <a:spcPts val="400"/>
              </a:spcAft>
            </a:pPr>
            <a:r>
              <a:rPr sz="1200"/>
              <a:t>- Every state clears its base rate: precision 0.18-0.37 against 8-17% base rates, a 1.5-3.4x lift over random review.</a:t>
            </a:r>
          </a:p>
          <a:p>
            <a:pPr>
              <a:spcAft>
                <a:spcPts val="400"/>
              </a:spcAft>
            </a:pPr>
            <a:r>
              <a:rPr sz="1200"/>
              <a:t>- Including the state's own 2022-23 rows in the mining changes little vs holding the state out entirely (median difference ~0.00; per state -0.08 to +0.06): with a truly unseen test year, the national numbers a state is quoted are already honest.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deploy_national_dotplot_budget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752344"/>
            <a:ext cx="2798063" cy="18653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Donor-state similarity: tested, and the national pool held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We compute state similarity from the QC microdata itself (which risk patterns fire in a state's caseload; rarely-firing patterns weighted more heavily) and pick each state's 5 nearest donors. Neighbor lists change sharply between 2017-19 and 2022-24, so we compute them per era.</a:t>
            </a:r>
          </a:p>
          <a:p>
            <a:pPr>
              <a:spcAft>
                <a:spcPts val="400"/>
              </a:spcAft>
            </a:pPr>
            <a:r>
              <a:rPr sz="1200"/>
              <a:t>- Scored within the same era, 5-donor pools matched or beat the held-out national pool in 6 of 12 states at a 10% budget (median 0.278 vs 0.245). Re-tested as a deployment (train 2022-23, score 2024), the advantage did not survive: national median 0.27-0.30 vs transfer 0.25-0.26 across budgets.</a:t>
            </a:r>
          </a:p>
          <a:p>
            <a:pPr>
              <a:spcAft>
                <a:spcPts val="400"/>
              </a:spcAft>
            </a:pPr>
            <a:r>
              <a:rPr sz="1200"/>
              <a:t>- Mining a state's own data alone is the high-variance option: the best single results anywhere (Connecticut 0.416, Virginia 0.371 at 10%) but also the worst - Washington's own rules delivered 0.05-0.08 precision on 2024, BELOW its 8.5% base rate. Neighbor pools are the fallback where own-state mining fails, not the default.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Adapting the national rules to a state: three schemes we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filtered - keep the national rules exactly as they are, but re-qualify each on the state's own 2022-23 data: deploy only rules whose 90% lower-bound precision clears 0.20 with &gt;= 30 flagged cases, applied in state-confidence order.</a:t>
            </a:r>
          </a:p>
          <a:p>
            <a:pPr>
              <a:spcAft>
                <a:spcPts val="400"/>
              </a:spcAft>
            </a:pPr>
            <a:r>
              <a:rPr sz="1200"/>
              <a:t>- tuned - grid-search each rule's thresholds (+/-10-25%) on the state's data; qualify variants at the same bar (90% lower bound &gt;= 0.20, &gt;= 30 flagged); deploy each rule's highest-lower-bound variant - the most statistically defensible version.</a:t>
            </a:r>
          </a:p>
          <a:p>
            <a:pPr>
              <a:spcAft>
                <a:spcPts val="400"/>
              </a:spcAft>
            </a:pPr>
            <a:r>
              <a:rPr sz="1200"/>
              <a:t>- hybrid - the scheme our July grid-search study settled on: qualify variants at 90% lower bound &gt;= 0.20 with &gt;= 5 flagged, then deploy the qualifying variant catching the most error DOLLARS on state training data - a careful gate with an aggressive pick.</a:t>
            </a:r>
          </a:p>
          <a:p>
            <a:pPr>
              <a:spcAft>
                <a:spcPts val="400"/>
              </a:spcAft>
            </a:pPr>
            <a:r>
              <a:rPr sz="1200"/>
              <a:t>- All arms are budget-filled on the state's 2024 cases: rules added in descending confidence order until 5% or 10% of the caseload is flagged. The state's 2024 data is never used to pick rules, only to count flags.</a:t>
            </a:r>
          </a:p>
          <a:p>
            <a:pPr>
              <a:spcAft>
                <a:spcPts val="400"/>
              </a:spcAft>
            </a:pPr>
            <a:r>
              <a:rPr sz="1200"/>
              <a:t>- Note: tuning arms search the top 500 national rules by confidence; the national and filtered arms draw from the full ~45k-rule pool.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Median across 18 states: adaptation does not beat the national order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No adaptation scheme beats deploying the national list in national-confidence order on the median state; national as-is takes the most per-state precision wins at both budgets (9 of 18 at 5%, 7 of 18 at 10%).</a:t>
            </a:r>
          </a:p>
          <a:p>
            <a:pPr>
              <a:spcAft>
                <a:spcPts val="400"/>
              </a:spcAft>
            </a:pPr>
            <a:r>
              <a:rPr sz="1200"/>
              <a:t>- Adaptation pays where the national list underperforms (New Jersey 0.10 -&gt; 0.27, Mississippi 0.25 -&gt; 0.42 at 5%) and hurts where it is already strong (Michigan 0.40 -&gt; 0.19, Washington 0.30 -&gt; 0.08 at 5%): small-sample qualification re-introduces the selection noise the national bound removed.</a:t>
            </a:r>
          </a:p>
          <a:p>
            <a:pPr>
              <a:spcAft>
                <a:spcPts val="400"/>
              </a:spcAft>
            </a:pPr>
            <a:r>
              <a:rPr sz="1200"/>
              <a:t>- The tuned arm is too conservative to deploy: 1-125 rules survive per state and 11 of its 36 runs cannot fill even half their budget. Cells: median precision / median share of error dollars, on 2024.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00200" y="2752344"/>
          <a:ext cx="5943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scheme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1"/>
                        <a:t>5% budget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1"/>
                        <a:t>10% budget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national as-is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0.301 / 16%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0.275 / 25%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filtered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0.273 / 13%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0.261 / 24%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tuned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0.235 / 7%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0.237 / 14%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hybrid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0.292 / 14%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200" b="0"/>
                        <a:t>0.259 / 26%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State by state, 5% review budget: national as-is vs adapted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precision @ recall (share of error dollars) on the state's 2024 cases, trained on 2022-23 only. 'Rules qualified' counts RULES from the national pool clearing the state's bar (rules overlap heavily, so counts can exceed the state's caseload; a high base rate makes the 0.20 bar easy to clear). Tuning arms search the top 500 national rules by confidence; the national and filtered arms draw from the full ~45k-rule pool.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2240280"/>
          <a:ext cx="8412480" cy="3995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r>
                        <a:rPr sz="900" b="1"/>
                        <a:t>state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rules qualified (f/t/h)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national as-is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filtered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tuned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hybrid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Massachusetts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475/18/265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0.535 @ 19% ($16%)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0.233 @ 8% ($4%)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0.309 @ 11%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0.372 @ 13% ($12%)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Colorado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1061/8/49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0.500 @ 21% ($20%)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0.300 @ 12%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0.210 @ 8% ($8%)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0.500 @ 21% ($23%)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District of Columbia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8111/125/271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0.417 @ 9%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0.604 @ 14% ($13%)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0.188 @ 4% ($4%)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0.458 @ 10% ($10%)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Virginia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4156/17/75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0.400 @ 12% ($12%)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0.371 @ 11% ($14%)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0.229 @ 7% ($5%)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0.371 @ 11% ($14%)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Michigan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4699/8/99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0.395 @ 15% ($16%)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0.186 @ 7% ($13%)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0.146 @ 5% ($3%)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0.302 @ 12% ($11%)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Connecticut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3721/13/92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0.341 @ 12% ($16%)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0.364 @ 12% ($17%)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0.405 @ 13% ($16%)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0.409 @ 14% ($18%)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Missouri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1498/3/113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0.324 @ 18% ($15%)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0.270 @ 15% ($22%)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0.200 @ 4% ($6%)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0.270 @ 15% ($17%)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Maine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4453/25/99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0.304 @ 12% ($19%)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0.283 @ 11% ($20%)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0.283 @ 11% ($20%)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0.326 @ 13% ($22%)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Arizona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5333/102/391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0.302 @ 13%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0.233 @ 10% ($19%)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0.244 @ 10% ($15%)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0.256 @ 11% ($21%)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Washington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200/1/58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0.300 @ 17% ($24%)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0.075 @ 4% ($2%)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0.118 @ 3% ($5%)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0.282 @ 16% ($20%)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California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1478/16/297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0.300 @ 11% ($21%)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0.275 @ 10%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0.229 @ 8% ($5%)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0.175 @ 7% ($12%)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Maryland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6405/7/183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0.286 @ 10%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0.286 @ 10%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0.241 @ 7% ($8%)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0.257 @ 9% ($16%)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Louisiana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203/2/47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0.279 @ 12%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0.209 @ 9% ($9%)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0.357 @ 5% ($4%)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0.256 @ 11% ($14%)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Mississippi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2486/4/80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0.245 @ 10% ($9%)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0.377 @ 15% ($14%)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0.468 @ 17% ($15%)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0.415 @ 17% ($15%)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North Carolina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1153/5/293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0.244 @ 10% ($9%)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0.289 @ 11% ($8%)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0.000 @ 0% ($0%)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0.311 @ 12% ($13%)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Tennessee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2214/12/92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0.239 @ 12%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0.196 @ 10% ($10%)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0.256 @ 11% ($13%)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0.130 @ 6% ($8%)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Texas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3590/12/106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0.214 @ 7% ($8%)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0.238 @ 8% ($9%)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0.171 @ 5% ($3%)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0.214 @ 7% ($6%)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New Jersey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221/1/24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0.097 @ 5% ($7%)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0.241 @ 12% ($14%)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0.273 @ 10%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0.194 @ 10% ($10%)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State by state, 10% review budget: national as-is vs adapted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precision @ recall (share of error dollars) on the state's 2024 cases, trained on 2022-23 only. 'Rules qualified' counts RULES from the national pool clearing the state's bar (rules overlap heavily, so counts can exceed the state's caseload; a high base rate makes the 0.20 bar easy to clear). Tuning arms search the top 500 national rules by confidence; the national and filtered arms draw from the full ~45k-rule pool.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2240280"/>
          <a:ext cx="8412480" cy="3995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0312">
                <a:tc>
                  <a:txBody>
                    <a:bodyPr/>
                    <a:lstStyle/>
                    <a:p>
                      <a:r>
                        <a:rPr sz="900" b="1"/>
                        <a:t>state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rules qualified (f/t/h)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national as-is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filtered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tuned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1"/>
                        <a:t>hybrid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District of Columbia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8111/125/271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0.433 @ 20% ($23%)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0.546 @ 25% ($23%)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0.210 @ 9% ($9%)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0.412 @ 19% ($21%)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Massachusetts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475/18/265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0.391 @ 29% ($28%)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0.287 @ 21% ($17%)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0.268 @ 18% ($17%)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0.356 @ 26% ($26%)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Connecticut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3721/13/92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0.371 @ 25% ($31%)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0.416 @ 28% ($29%)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0.306 @ 20% ($24%)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0.348 @ 24% ($29%)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Colorado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1061/8/49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0.362 @ 30% ($27%)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0.263 @ 22% ($25%)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0.288 @ 22% ($24%)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0.367 @ 30% ($32%)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Virginia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4156/17/75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0.329 @ 19% ($20%)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0.300 @ 18% ($22%)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0.243 @ 14% ($11%)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0.286 @ 17% ($21%)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Mississippi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2486/4/80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0.308 @ 25% ($25%)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0.346 @ 28% ($25%)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0.468 @ 17% ($15%)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0.407 @ 28% ($27%)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Maryland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6405/7/183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0.300 @ 21% ($21%)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0.271 @ 19% ($19%)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0.241 @ 7% ($8%)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0.171 @ 12% ($19%)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Washington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200/1/58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0.284 @ 33% ($35%)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0.148 @ 17% ($13%)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0.118 @ 3% ($5%)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0.198 @ 23% ($27%)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Michigan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4699/8/99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0.279 @ 21% ($22%)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0.233 @ 18% ($28%)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0.200 @ 14% ($15%)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0.221 @ 17% ($18%)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Maine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4453/25/99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0.272 @ 22% ($32%)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0.239 @ 19% ($28%)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0.274 @ 20% ($29%)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0.272 @ 22% ($31%)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Arizona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5333/102/391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0.267 @ 24% ($29%)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0.302 @ 27% ($33%)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0.209 @ 19% ($24%)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0.279 @ 25% ($34%)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Missouri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1498/3/113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0.267 @ 29% ($29%)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0.187 @ 21% ($27%)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0.200 @ 4% ($6%)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0.211 @ 22% ($26%)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North Carolina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1153/5/293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0.244 @ 19% ($17%)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0.289 @ 23%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0.000 @ 0% ($0%)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0.284 @ 18% ($21%)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California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1478/16/297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0.235 @ 18% ($28%)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0.259 @ 20% ($29%)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0.210 @ 15% ($14%)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0.210 @ 16% ($27%)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Texas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3590/12/106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0.224 @ 15% ($14%)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0.235 @ 16%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0.232 @ 10% ($12%)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0.241 @ 16% ($15%)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Tennessee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2214/12/92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0.215 @ 22% ($21%)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0.215 @ 22% ($28%)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0.182 @ 15% ($19%)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0.192 @ 16% ($17%)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Louisiana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203/2/47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0.207 @ 19% ($26%)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0.184 @ 17% ($13%)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0.357 @ 5% ($4%)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0.247 @ 22% ($25%)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r>
                        <a:rPr sz="900" b="0"/>
                        <a:t>New Jersey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221/1/24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0.177 @ 19% ($20%)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0.177 @ 19% ($23%)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0.273 @ 10% ($18%)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900" b="0"/>
                        <a:t>0.233 @ 17% ($22%)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The deployed list is a few dozen rules, not thousands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The budget fill scans the whole ~45k national pool in confidence order and admits any rule whose newly flagged cases still fit under the review cap - it does not stop at a rule count.</a:t>
            </a:r>
          </a:p>
          <a:p>
            <a:pPr>
              <a:spcAft>
                <a:spcPts val="400"/>
              </a:spcAft>
            </a:pPr>
            <a:r>
              <a:rPr sz="1200"/>
              <a:t>- A rule whose cases are all already flagged adds zero and always 'fits', so admitted-rule counts run 10-20k. The union is actually built by the rules adding at least one new case: 26-54 rules at these budgets. Deploying exactly those reproduces the identical flagged set.</a:t>
            </a:r>
          </a:p>
          <a:p>
            <a:pPr>
              <a:spcAft>
                <a:spcPts val="400"/>
              </a:spcAft>
            </a:pPr>
            <a:r>
              <a:rPr sz="1200"/>
              <a:t>- Which rules those are depends only on the ranked list (trained on 2022-23) and the state's incoming caseload - no error outcomes - so a state reproduces the short list the moment it applies the ranking to its own cases.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3008376"/>
          <a:ext cx="7772400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r>
                        <a:rPr sz="1100" b="1"/>
                        <a:t>state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1"/>
                        <a:t>budget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1"/>
                        <a:t>review cap (cases)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1"/>
                        <a:t>rules admitted by the scan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1"/>
                        <a:t>rules that build the union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District of Columbia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5%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48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14416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26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District of Columbia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10%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97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16912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53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Louisiana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5%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43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12273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27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Louisiana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10%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87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13831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54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California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5%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40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9459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26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r>
                        <a:rPr sz="1100" b="0"/>
                        <a:t>California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10%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10593</a:t>
                      </a:r>
                    </a:p>
                  </a:txBody>
                  <a:tcPr marT="9144" marB="9144"/>
                </a:tc>
                <a:tc>
                  <a:txBody>
                    <a:bodyPr/>
                    <a:lstStyle/>
                    <a:p>
                      <a:r>
                        <a:rPr sz="1100" b="0"/>
                        <a:t>43</a:t>
                      </a:r>
                    </a:p>
                  </a:txBody>
                  <a:tcPr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5493812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200" b="1" dirty="0"/>
              <a:t> cross-state dissimilarity at 10% budget</a:t>
            </a:r>
            <a:endParaRPr sz="22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1672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400"/>
              </a:spcAft>
              <a:buFontTx/>
              <a:buChar char="-"/>
            </a:pPr>
            <a:r>
              <a:rPr lang="en-US" sz="1200" dirty="0"/>
              <a:t>The 18 states deploy 898 rule-slots that resolve to 297 distinct rules — so there's real sharing, but far from one list. About a third (107) of those rules serve exactly one state, and each state's own list is roughly one-third unique to it.</a:t>
            </a:r>
          </a:p>
          <a:p>
            <a:pPr marL="171450" indent="-171450">
              <a:spcAft>
                <a:spcPts val="400"/>
              </a:spcAft>
              <a:buFontTx/>
              <a:buChar char="-"/>
            </a:pPr>
            <a:r>
              <a:rPr lang="en-US" sz="1200" dirty="0"/>
              <a:t>- The shared core is small: 70 rules serve 5+ states, only 8 rules serve 10 or more, and the most universal rules reach 12 of 18. That core is recognizably the "high deductions + benefits near the maximum" family — e.g., the two 12-state rules key on </a:t>
            </a:r>
            <a:r>
              <a:rPr lang="en-US" sz="1200" dirty="0" err="1"/>
              <a:t>total_deductions_by_hh_size</a:t>
            </a:r>
            <a:r>
              <a:rPr lang="en-US" sz="1200" dirty="0"/>
              <a:t> combined with </a:t>
            </a:r>
            <a:r>
              <a:rPr lang="en-US" sz="1200" dirty="0" err="1"/>
              <a:t>rawben_rel_max</a:t>
            </a:r>
            <a:r>
              <a:rPr lang="en-US" sz="1200" dirty="0"/>
              <a:t> near or above 1, plus low reported utilities; several elderly/disabled + high-deduction variants serve 10 states.</a:t>
            </a:r>
          </a:p>
          <a:p>
            <a:pPr marL="171450" indent="-171450">
              <a:spcAft>
                <a:spcPts val="400"/>
              </a:spcAft>
              <a:buFontTx/>
              <a:buChar char="-"/>
            </a:pPr>
            <a:r>
              <a:rPr lang="en-US" sz="1200" dirty="0"/>
              <a:t>- Pairwise, the median Jaccard overlap between two states' lists is 0.13, and even the most similar pair only reaches ~0.30. No two states deploy near-identical lists.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  <p:extLst>
      <p:ext uri="{BB962C8B-B14F-4D97-AF65-F5344CB8AC3E}">
        <p14:creationId xmlns:p14="http://schemas.microsoft.com/office/powerpoint/2010/main" val="767771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Reconcile your build against the raw files before tuning anything: our two data-build fixes moved results more than any hyperparameter.</a:t>
            </a:r>
          </a:p>
          <a:p>
            <a:pPr>
              <a:spcAft>
                <a:spcPts val="400"/>
              </a:spcAft>
            </a:pPr>
            <a:r>
              <a:rPr sz="1200"/>
              <a:t>- Select on a lower confidence bound, judge on a held-out year, and add hard support floors when samples are small.</a:t>
            </a:r>
          </a:p>
          <a:p>
            <a:pPr>
              <a:spcAft>
                <a:spcPts val="400"/>
              </a:spcAft>
            </a:pPr>
            <a:r>
              <a:rPr sz="1200"/>
              <a:t>- Score against all error types; stratify only where a variable can't do the job; prefer same-era similar data over more mixed data.</a:t>
            </a:r>
          </a:p>
          <a:p>
            <a:pPr>
              <a:spcAft>
                <a:spcPts val="400"/>
              </a:spcAft>
            </a:pPr>
            <a:r>
              <a:rPr sz="1200"/>
              <a:t>- Numbers, charts, and code: github.com/giannella/snap_qc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4289</Words>
  <Application>Microsoft Office PowerPoint</Application>
  <PresentationFormat>On-screen Show (16:9)</PresentationFormat>
  <Paragraphs>405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23</cp:revision>
  <dcterms:created xsi:type="dcterms:W3CDTF">2026-06-09T21:09:16Z</dcterms:created>
  <dcterms:modified xsi:type="dcterms:W3CDTF">2026-07-10T18:04:49Z</dcterms:modified>
</cp:coreProperties>
</file>