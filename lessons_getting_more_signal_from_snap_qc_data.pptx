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Getting more signal out of SNAP QC data: modeling lessons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What we learned from building, tuning, and stress-testing an error-mining pipeline on the public QC files.</a:t>
            </a:r>
          </a:p>
          <a:p>
            <a:pPr>
              <a:spcAft>
                <a:spcPts val="400"/>
              </a:spcAft>
            </a:pPr>
            <a:r>
              <a:rPr sz="1200"/>
              <a:t>Every claim below is backed by a measurement from our own runs - configurations tried head-to-head on held-out years.</a:t>
            </a:r>
          </a:p>
          <a:p>
            <a:pPr>
              <a:spcAft>
                <a:spcPts val="400"/>
              </a:spcAft>
            </a:pPr>
            <a:r>
              <a:rPr sz="1200"/>
              <a:t>Code and full evidence: https://github.com/giannella/snap_qc (modeling_findings.md)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we ran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Task: mine interpretable rules that flag high-error-risk cases; judge every configuration on a year of data it never saw (train 2022+2024, test 2023).</a:t>
            </a:r>
          </a:p>
          <a:p>
            <a:pPr>
              <a:spcAft>
                <a:spcPts val="400"/>
              </a:spcAft>
            </a:pPr>
            <a:r>
              <a:rPr sz="1200"/>
              <a:t>- Compared head-to-head: tree engines and their pairings, ensemble sizes, learning rates, subsampling, tree depth, split randomness, stratification schemes, selection statistics, filter stringencies, and state-level deployment strategies.</a:t>
            </a:r>
          </a:p>
          <a:p>
            <a:pPr>
              <a:spcAft>
                <a:spcPts val="400"/>
              </a:spcAft>
            </a:pPr>
            <a:r>
              <a:rPr sz="1200"/>
              <a:t>- The lessons below are the settings and practices that moved held-out performance - and the ones that didn't.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Two data-build choices changed results more than any tuning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Cases whose review found a second error element did not fit our single-error reconstruction and were being dropped: 31% of all above-threshold error cases. Keeping them (with a flag) raised qualifying rules from 3,741 to 11,018 at the same filter - more error data tightens every statistical bound.</a:t>
            </a:r>
          </a:p>
          <a:p>
            <a:pPr>
              <a:spcAft>
                <a:spcPts val="400"/>
              </a:spcAft>
            </a:pPr>
            <a:r>
              <a:rPr sz="1200"/>
              <a:t>- The fix did not rewrite the rules' content: 93% of the previous rule set survived the rebuild - 63% as the same variables and directions with shifted cutpoints, 29% matched by a new rule flagging a highly overlapping case set (Jaccard &gt;= 0.5 on the test year), 1% exact; only 7% dropped with no counterpart.</a:t>
            </a:r>
          </a:p>
          <a:p>
            <a:pPr>
              <a:spcAft>
                <a:spcPts val="400"/>
              </a:spcAft>
            </a:pPr>
            <a:r>
              <a:rPr sz="1200"/>
              <a:t>- Nor did the restored cases add a new pattern type: brand-new rules' catches were 34% restored-case vs a 32% base - the gain was statistical power, not different signal.</a:t>
            </a:r>
          </a:p>
          <a:p>
            <a:pPr>
              <a:spcAft>
                <a:spcPts val="400"/>
              </a:spcAft>
            </a:pPr>
            <a:r>
              <a:rPr sz="1200"/>
              <a:t>- Rows with blank optional-deduction fields were also being dropped: ~16% of Washington's caseload. Zero-filling with an imputed-flag kept them.</a:t>
            </a:r>
          </a:p>
          <a:p>
            <a:pPr>
              <a:spcAft>
                <a:spcPts val="400"/>
              </a:spcAft>
            </a:pPr>
            <a:r>
              <a:rPr sz="1200"/>
              <a:t>- Both defects were invisible in model metrics and found only by reconciling row and error counts against the raw files, state by state. We now diff mined-rule sets across data builds (exact / shifted / overlapping / dropped / new) to audit any data change.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Check how much of the error population your data can see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reconciled the public files against the QC technical documentation's exclusion counts, per state and year (2022-24).</a:t>
            </a:r>
          </a:p>
          <a:p>
            <a:pPr>
              <a:spcAft>
                <a:spcPts val="400"/>
              </a:spcAft>
            </a:pPr>
            <a:r>
              <a:rPr sz="1200"/>
              <a:t>- The public files' share of each state's error cases ranges from 43% to 81% - the excluded cases are the ineligible determinations.</a:t>
            </a:r>
          </a:p>
          <a:p>
            <a:pPr>
              <a:spcAft>
                <a:spcPts val="400"/>
              </a:spcAft>
            </a:pPr>
            <a:r>
              <a:rPr sz="1200"/>
              <a:t>- This bounds what any public-data model can deliver per state; we quote it alongside every state result.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240280"/>
          <a:ext cx="5943600" cy="1755648"/>
        </p:xfrm>
        <a:graphic>
          <a:graphicData uri="http://schemas.openxmlformats.org/drawingml/2006/table">
            <a:tbl>
              <a:tblPr firstRow="1" bandRow="1">
                <a:tableStyleId>{5C22544A-7EE6-4342-B048-85BDC9FD1C3A}</a:tableStyleId>
              </a:tblPr>
              <a:tblGrid>
                <a:gridCol w="2971800"/>
                <a:gridCol w="2971800"/>
              </a:tblGrid>
              <a:tr h="292608">
                <a:tc>
                  <a:txBody>
                    <a:bodyPr/>
                    <a:lstStyle/>
                    <a:p>
                      <a:r>
                        <a:rPr sz="1200" b="1"/>
                        <a:t>state</a:t>
                      </a:r>
                    </a:p>
                  </a:txBody>
                  <a:tcPr/>
                </a:tc>
                <a:tc>
                  <a:txBody>
                    <a:bodyPr/>
                    <a:lstStyle/>
                    <a:p>
                      <a:r>
                        <a:rPr sz="1200" b="1"/>
                        <a:t>visible share of error cases</a:t>
                      </a:r>
                    </a:p>
                  </a:txBody>
                  <a:tcPr/>
                </a:tc>
              </a:tr>
              <a:tr h="292608">
                <a:tc>
                  <a:txBody>
                    <a:bodyPr/>
                    <a:lstStyle/>
                    <a:p>
                      <a:r>
                        <a:rPr sz="1200" b="0"/>
                        <a:t>New Jersey</a:t>
                      </a:r>
                    </a:p>
                  </a:txBody>
                  <a:tcPr/>
                </a:tc>
                <a:tc>
                  <a:txBody>
                    <a:bodyPr/>
                    <a:lstStyle/>
                    <a:p>
                      <a:r>
                        <a:rPr sz="1200" b="0"/>
                        <a:t>43%</a:t>
                      </a:r>
                    </a:p>
                  </a:txBody>
                  <a:tcPr/>
                </a:tc>
              </a:tr>
              <a:tr h="292608">
                <a:tc>
                  <a:txBody>
                    <a:bodyPr/>
                    <a:lstStyle/>
                    <a:p>
                      <a:r>
                        <a:rPr sz="1200" b="0"/>
                        <a:t>Tennessee</a:t>
                      </a:r>
                    </a:p>
                  </a:txBody>
                  <a:tcPr/>
                </a:tc>
                <a:tc>
                  <a:txBody>
                    <a:bodyPr/>
                    <a:lstStyle/>
                    <a:p>
                      <a:r>
                        <a:rPr sz="1200" b="0"/>
                        <a:t>51%</a:t>
                      </a:r>
                    </a:p>
                  </a:txBody>
                  <a:tcPr/>
                </a:tc>
              </a:tr>
              <a:tr h="292608">
                <a:tc>
                  <a:txBody>
                    <a:bodyPr/>
                    <a:lstStyle/>
                    <a:p>
                      <a:r>
                        <a:rPr sz="1200" b="0"/>
                        <a:t>Arkansas / Missouri / Utah</a:t>
                      </a:r>
                    </a:p>
                  </a:txBody>
                  <a:tcPr/>
                </a:tc>
                <a:tc>
                  <a:txBody>
                    <a:bodyPr/>
                    <a:lstStyle/>
                    <a:p>
                      <a:r>
                        <a:rPr sz="1200" b="0"/>
                        <a:t>~53%</a:t>
                      </a:r>
                    </a:p>
                  </a:txBody>
                  <a:tcPr/>
                </a:tc>
              </a:tr>
              <a:tr h="292608">
                <a:tc>
                  <a:txBody>
                    <a:bodyPr/>
                    <a:lstStyle/>
                    <a:p>
                      <a:r>
                        <a:rPr sz="1200" b="0"/>
                        <a:t>Washington / Virginia / Louisiana</a:t>
                      </a:r>
                    </a:p>
                  </a:txBody>
                  <a:tcPr/>
                </a:tc>
                <a:tc>
                  <a:txBody>
                    <a:bodyPr/>
                    <a:lstStyle/>
                    <a:p>
                      <a:r>
                        <a:rPr sz="1200" b="0"/>
                        <a:t>78-81%</a:t>
                      </a:r>
                    </a:p>
                  </a:txBody>
                  <a:tcPr/>
                </a:tc>
              </a:tr>
              <a:tr h="292608">
                <a:tc>
                  <a:txBody>
                    <a:bodyPr/>
                    <a:lstStyle/>
                    <a:p>
                      <a:r>
                        <a:rPr sz="1200" b="0"/>
                        <a:t>national</a:t>
                      </a:r>
                    </a:p>
                  </a:txBody>
                  <a:tcPr/>
                </a:tc>
                <a:tc>
                  <a:txBody>
                    <a:bodyPr/>
                    <a:lstStyle/>
                    <a:p>
                      <a:r>
                        <a:rPr sz="1200" b="0"/>
                        <a:t>71%</a:t>
                      </a:r>
                    </a:p>
                  </a:txBody>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Selecting rules on raw training precision delivered half of it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Our 'train precision &gt;= 0.20' shortlist delivered ~0.10 on the held-out year. Before any selection, train precision was nearly unbiased for holdout (median gap -0.003, r = 0.83); rules selected on the HOLDOUT &gt;= 0.20 showed median train precision 0.116.</a:t>
            </a:r>
          </a:p>
          <a:p>
            <a:pPr>
              <a:spcAft>
                <a:spcPts val="400"/>
              </a:spcAft>
            </a:pPr>
            <a:r>
              <a:rPr sz="1200"/>
              <a:t>- So the decay is selection noise (regression to the mean), not overfitting or year drift - the same rules held ~3.9x lift on 2018-19 vs ~3.5x on 2023.</a:t>
            </a:r>
          </a:p>
          <a:p>
            <a:pPr>
              <a:spcAft>
                <a:spcPts val="400"/>
              </a:spcAft>
            </a:pPr>
            <a:r>
              <a:rPr sz="1200"/>
              <a:t>- Any 'generate many candidates, keep the best-measured' step has this problem, whatever the model class.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511296" y="2496312"/>
            <a:ext cx="2121407" cy="2121407"/>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Filter on a lower confidence bound of training precision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Keep a rule only if the one-sided 99% Wilson lower bound of its training precision clears the floor. At matched delivered precision (~0.20), lower-bound selection caught 12.8% of errors vs 8.2% for raw-precision selection.</a:t>
            </a:r>
          </a:p>
          <a:p>
            <a:pPr>
              <a:spcAft>
                <a:spcPts val="400"/>
              </a:spcAft>
            </a:pPr>
            <a:r>
              <a:rPr sz="1200"/>
              <a:t>- Same rule pool, measured three ways: raw floors overpromise even after a lower-bound gate (floor 0.50 delivers 0.34); lower-bound floors deliver at or above their number (floor 0.30 delivers 0.38, floor 0.40 delivers 0.51).</a:t>
            </a:r>
          </a:p>
          <a:p>
            <a:pPr>
              <a:spcAft>
                <a:spcPts val="400"/>
              </a:spcAft>
            </a:pPr>
            <a:r>
              <a:rPr sz="1200"/>
              <a:t>- The lower bound is the only selection statistic we tested whose value survives contact with a new year.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95690" y="2752344"/>
            <a:ext cx="2552619" cy="1865375"/>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Bigger ensembles widen the menu, not the frontier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- 1000-round/1000-tree ensembles traced the SAME precision-recall frontier as small ones - but produced several times more distinct rules clearing any given floor (~2.6-5x the filtered inventory).</a:t>
            </a:r>
          </a:p>
          <a:p>
            <a:pPr>
              <a:spcAft>
                <a:spcPts val="400"/>
              </a:spcAft>
            </a:pPr>
            <a:r>
              <a:rPr sz="1200"/>
              <a:t>- That inventory is what states use: reviewers veto rules they distrust and need substitutes.</a:t>
            </a:r>
          </a:p>
          <a:p>
            <a:pPr>
              <a:spcAft>
                <a:spcPts val="400"/>
              </a:spcAft>
            </a:pPr>
            <a:r>
              <a:rPr sz="1200"/>
              <a:t>- The stringent lower-bound filter is what keeps large pools safe: it removes the extra selection noise that more candidates would otherwise inject.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670048" y="2240280"/>
            <a:ext cx="3803903" cy="237743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Tuning: what moved held-out performance and what didn't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Engine PAIRING mattered: xgboost + random forest (ranger) beat either engine alone and beat bagged-CART + ranger, everything else held equal.</a:t>
            </a:r>
          </a:p>
          <a:p>
            <a:pPr>
              <a:spcAft>
                <a:spcPts val="400"/>
              </a:spcAft>
            </a:pPr>
            <a:r>
              <a:rPr sz="1200"/>
              <a:t>- Within engines: mtry = 2 beat mtry = 1 across the frontier; slow learning (eta 0.02, 1000 rounds) beat fast; depth 4 sufficed; subsample barely matters (see the replication on the next slide).</a:t>
            </a:r>
          </a:p>
          <a:p>
            <a:pPr>
              <a:spcAft>
                <a:spcPts val="400"/>
              </a:spcAft>
            </a:pPr>
            <a:r>
              <a:rPr sz="1200"/>
              <a:t>- Most other knobs did not move the frontier - we verified by varying one setting at a time around the final configuration.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08237" y="2496312"/>
            <a:ext cx="2727524" cy="212140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Re-test your selection choices on a year that never judged them</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Every configuration choice above was judged on the same held-out year (2023), so the selection PROCEDURE itself could be overfit to one year. We re-ran the decisive comparisons with the year roles swapped (train 2022+2023, test 2024), with expected outcomes and failure criteria written down BEFORE the run.</a:t>
            </a:r>
          </a:p>
          <a:p>
            <a:pPr>
              <a:spcAft>
                <a:spcPts val="400"/>
              </a:spcAft>
            </a:pPr>
            <a:r>
              <a:rPr sz="1200"/>
              <a:t>- Three of four claims replicated: the engine pairing still leads recall (margin thinner, 2.1pp vs 3pp+), stringency still buys precision monotonically, big ensembles still widen the menu ~7x at ~0.02 precision cost.</a:t>
            </a:r>
          </a:p>
          <a:p>
            <a:pPr>
              <a:spcAft>
                <a:spcPts val="400"/>
              </a:spcAft>
            </a:pPr>
            <a:r>
              <a:rPr sz="1200"/>
              <a:t>- One claim failed and is retired: 'low subsampling beats high' - on 2024 all nine settings from 0.15 to 0.80 land within 0.005 (right panel). The retraction is what makes the survivors credible: the procedure demonstrably can say no.</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replication_selection_studies.png"/>
          <p:cNvPicPr>
            <a:picLocks noChangeAspect="1"/>
          </p:cNvPicPr>
          <p:nvPr/>
        </p:nvPicPr>
        <p:blipFill>
          <a:blip r:embed="rId2"/>
          <a:stretch>
            <a:fillRect/>
          </a:stretch>
        </p:blipFill>
        <p:spPr>
          <a:xfrm>
            <a:off x="2880360" y="3264408"/>
            <a:ext cx="3383279" cy="13533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Score rules against all error types, not just the mined type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Rules mined for one error type also flag cases carrying other types. Scored only against the mined type, our earned-income rules measured 8% precision on the held-out year; scored against any above-threshold error on the same flags, 19%.</a:t>
            </a:r>
          </a:p>
          <a:p>
            <a:pPr>
              <a:spcAft>
                <a:spcPts val="400"/>
              </a:spcAft>
            </a:pPr>
            <a:r>
              <a:rPr sz="1200"/>
              <a:t>- The gap was similar across frames (~2x). Reporting only the narrow metric understates what reviewers would actually find.</a:t>
            </a:r>
          </a:p>
          <a:p>
            <a:pPr>
              <a:spcAft>
                <a:spcPts val="400"/>
              </a:spcAft>
            </a:pPr>
            <a:r>
              <a:rPr sz="1200"/>
              <a:t>- We now compute both in every run (dashed vs solid below).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450592" y="2496312"/>
            <a:ext cx="4242815" cy="212140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Split by coarse household-size strata (1 / 2-3 / 4+)</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Household-size strata 1 / 2-3 / 4+ beat pooled modeling on recall reach and filtered inventory (~5x); a 5-way split was worse on the same test year.</a:t>
            </a:r>
          </a:p>
          <a:p>
            <a:pPr>
              <a:spcAft>
                <a:spcPts val="400"/>
              </a:spcAft>
            </a:pPr>
            <a:r>
              <a:rPr sz="1200"/>
              <a:t>- Adding an elderly/disabled STRATUM on top bought nothing: an indicator variable achieved the same held-out frontier and the same coverage of those households - we checked coverage parity explicitly.</a:t>
            </a:r>
          </a:p>
          <a:p>
            <a:pPr>
              <a:spcAft>
                <a:spcPts val="400"/>
              </a:spcAft>
            </a:pPr>
            <a:r>
              <a:rPr sz="1200"/>
              <a:t>- We test 'new stratum vs new variable' empirically before adding strata; strata cost data and the variable usually suffices.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836302" y="2496312"/>
            <a:ext cx="3471394" cy="2121407"/>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At state scale, confidence bounds alone were not enough</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Mining directly on one state's data (~2,000-3,000 cases/year), rules passing the same 99% lower-bound filter with small support had median HOLDOUT precision of zero at support &gt;= 5.</a:t>
            </a:r>
          </a:p>
          <a:p>
            <a:pPr>
              <a:spcAft>
                <a:spcPts val="400"/>
              </a:spcAft>
            </a:pPr>
            <a:r>
              <a:rPr sz="1200"/>
              <a:t>- Requiring each rule to flag &gt;= 30 training cases changed the failure mode from collapse to gentle deflation (~1/3 below training estimates).</a:t>
            </a:r>
          </a:p>
          <a:p>
            <a:pPr>
              <a:spcAft>
                <a:spcPts val="400"/>
              </a:spcAft>
            </a:pPr>
            <a:r>
              <a:rPr sz="1200"/>
              <a:t>- National scale hides this: with 100k+ cases the bound rarely admits tiny-support rules in the first place.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For thin states, same-era neighbor data beat more own-state data</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Louisiana's own 2022-24 mining collapsed on holdout. Adding its 2017-19 data made it WORSE (median holdout precision fell to zero).</a:t>
            </a:r>
          </a:p>
          <a:p>
            <a:pPr>
              <a:spcAft>
                <a:spcPts val="400"/>
              </a:spcAft>
            </a:pPr>
            <a:r>
              <a:rPr sz="1200"/>
              <a:t>- Training on five similar states' 2022-24 data - never touching Louisiana - delivered 14% precision at 49% of error dollars on Louisiana 2022-24.</a:t>
            </a:r>
          </a:p>
          <a:p>
            <a:pPr>
              <a:spcAft>
                <a:spcPts val="400"/>
              </a:spcAft>
            </a:pPr>
            <a:r>
              <a:rPr sz="1200"/>
              <a:t>- Both comparisons used identical engines and filters; the only differences were WHERE and WHEN the training data came from.</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Current work: choosing donor states by measured similarity</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compute state similarity from the QC microdata itself, two ways: which risk patterns fire in a state's caseload (weighting rarely-firing patterns more heavily), and de facto policy-option profiles (categorical eligibility, reporting system, certification periods, deduction structures - all readable off the microdata, per era).</a:t>
            </a:r>
          </a:p>
          <a:p>
            <a:pPr>
              <a:spcAft>
                <a:spcPts val="400"/>
              </a:spcAft>
            </a:pPr>
            <a:r>
              <a:rPr sz="1200"/>
              <a:t>- The two definitions, built from different information, agree on Louisiana's 2022-24 donor pool - and reproduce the pool that worked above. Neighbor lists change sharply between 2017-19 and 2022-24, so we compute them per era.</a:t>
            </a:r>
          </a:p>
          <a:p>
            <a:pPr>
              <a:spcAft>
                <a:spcPts val="400"/>
              </a:spcAft>
            </a:pPr>
            <a:r>
              <a:rPr sz="1200"/>
              <a:t>- A leave-one-state-out benchmark (12 states x 4 similarity definitions vs national rules) is running now.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Takeaways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Reconcile your build against the raw files before tuning anything: our two data-build fixes moved results more than any hyperparameter.</a:t>
            </a:r>
          </a:p>
          <a:p>
            <a:pPr>
              <a:spcAft>
                <a:spcPts val="400"/>
              </a:spcAft>
            </a:pPr>
            <a:r>
              <a:rPr sz="1200"/>
              <a:t>- Select on a lower confidence bound, judge on a held-out year, and add hard support floors when samples are small.</a:t>
            </a:r>
          </a:p>
          <a:p>
            <a:pPr>
              <a:spcAft>
                <a:spcPts val="400"/>
              </a:spcAft>
            </a:pPr>
            <a:r>
              <a:rPr sz="1200"/>
              <a:t>- Score against all error types; stratify only where a variable can't do the job; prefer same-era similar data over more mixed data.</a:t>
            </a:r>
          </a:p>
          <a:p>
            <a:pPr>
              <a:spcAft>
                <a:spcPts val="400"/>
              </a:spcAft>
            </a:pPr>
            <a:r>
              <a:rPr sz="1200"/>
              <a:t>- Numbers, charts, and code: github.com/giannella/snap_qc</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