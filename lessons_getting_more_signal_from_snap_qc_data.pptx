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handable deliverable: budget-fill the ranked national list against the state's own 2022-23 caseload (no outcomes needed), freeze the 35-101 contributing rules, deploy unchanged on 2024.</a:t>
            </a:r>
          </a:p>
          <a:p>
            <a:pPr>
              <a:spcAft>
                <a:spcPts val="400"/>
              </a:spcAft>
            </a:pPr>
            <a:r>
              <a:rPr sz="1200"/>
              <a:t>- Freezing costs ~no precision (median 0.288 vs 0.275 for the fill that saw the 2024 caseload); realized workload lands slightly under target (median -0.9pp, worst -4.4pp), so the cost is under-used capacity: ~3pp of error dollars, recoverable by extending deeper into the ranking when under budget.</a:t>
            </a:r>
          </a:p>
          <a:p>
            <a:pPr>
              <a:spcAft>
                <a:spcPts val="400"/>
              </a:spcAft>
            </a:pPr>
            <a:r>
              <a:rPr sz="1200"/>
              <a:t>- All 18 states clear their base rate. Validation recipe for a state: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510665" y="2752344"/>
            <a:ext cx="2122669" cy="1865375"/>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