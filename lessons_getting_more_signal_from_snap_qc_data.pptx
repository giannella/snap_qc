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deliverable: one ranked rule list per state, walked to capacity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Built in advance from public data alone: fill the national pool (mined on all states' 2022-23) against the state's own 2022-23 caseload, in confidence order, until the review budget is reached - then keep filling to 3x that depth. The extra rules are ranked BUFFER rules, shipped in the same list.</a:t>
            </a:r>
          </a:p>
          <a:p>
            <a:pPr>
              <a:spcAft>
                <a:spcPts val="400"/>
              </a:spcAft>
            </a:pPr>
            <a:r>
              <a:rPr sz="1200"/>
              <a:t>- To use it, the state activates rules in order, checking only its own flag counts: keep adding while reviews fit capacity. No error outcomes are needed at any step.</a:t>
            </a:r>
          </a:p>
          <a:p>
            <a:pPr>
              <a:spcAft>
                <a:spcPts val="400"/>
              </a:spcAft>
            </a:pPr>
            <a:r>
              <a:rPr sz="1200"/>
              <a:t>- The buffer is what makes the workload land on budget as patterns change: a state never stops reviewing because a list ran dry, and an over-firing list trims the same way. Raw core lists drifted to 2.3-12% of caseload on 2024; the walked lists land at 4.9-5.0% and 9.3-10.0% in all 18 states.</a:t>
            </a:r>
          </a:p>
          <a:p>
            <a:pPr>
              <a:spcAft>
                <a:spcPts val="400"/>
              </a:spcAft>
            </a:pPr>
            <a:r>
              <a:rPr sz="1200"/>
              <a:t>- Median rules actually activated: 23 at a 5% budget, 42 at 10%. Validation recipe: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frozen list (built on 2022-23, walked to capacity on 2024) against the full national pool applied at once to the realized 2024 caseload - both at identical review volume.</a:t>
            </a:r>
          </a:p>
          <a:p>
            <a:pPr>
              <a:spcAft>
                <a:spcPts val="400"/>
              </a:spcAft>
            </a:pPr>
            <a:r>
              <a:rPr sz="1200"/>
              <a:t>- Median precision 0.294 vs 0.301 (5% budget) and 0.270 vs 0.275 (10%); error dollars 12% vs 16% and 25% vs 25%. All 18 states clear their base rate.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073645" y="1984248"/>
            <a:ext cx="2996709" cy="2633471"/>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